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7.xml" ContentType="application/vnd.openxmlformats-officedocument.presentationml.slideMaster+xml"/>
  <Override PartName="/ppt/presProps.xml" ContentType="application/vnd.openxmlformats-officedocument.presentationml.presProps+xml"/>
  <Override PartName="/ppt/media/image7.svg" ContentType="image/svg"/>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8.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8.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7.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lang="en-US" sz="4400" b="0" u="none" strike="noStrike">
                <a:solidFill>
                  <a:srgbClr val="000000"/>
                </a:solidFill>
                <a:effectLst/>
                <a:uFillTx/>
                <a:latin typeface="Arial"/>
              </a:rPr>
              <a:t>Click to move the slide</a:t>
            </a:r>
            <a:endParaRPr lang="en-US" sz="4400" b="0" u="none" strike="noStrike">
              <a:solidFill>
                <a:srgbClr val="000000"/>
              </a:solidFill>
              <a:effectLst/>
              <a:uFillTx/>
              <a:latin typeface="Arial"/>
            </a:endParaRPr>
          </a:p>
        </p:txBody>
      </p:sp>
      <p:sp>
        <p:nvSpPr>
          <p:cNvPr id="3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38"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39"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40"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41"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7FF06812-6A4C-45AB-970B-C91701F1B3D7}"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sldImg"/>
          </p:nvPr>
        </p:nvSpPr>
        <p:spPr>
          <a:xfrm>
            <a:off x="685800" y="1143000"/>
            <a:ext cx="5484240" cy="3084120"/>
          </a:xfrm>
          <a:prstGeom prst="rect">
            <a:avLst/>
          </a:prstGeom>
          <a:ln w="0">
            <a:noFill/>
          </a:ln>
        </p:spPr>
      </p:sp>
      <p:sp>
        <p:nvSpPr>
          <p:cNvPr id="111" name="PlaceHolder 2"/>
          <p:cNvSpPr>
            <a:spLocks noGrp="1"/>
          </p:cNvSpPr>
          <p:nvPr>
            <p:ph type="body"/>
          </p:nvPr>
        </p:nvSpPr>
        <p:spPr>
          <a:xfrm>
            <a:off x="685800" y="4400640"/>
            <a:ext cx="5484240" cy="3598200"/>
          </a:xfrm>
          <a:prstGeom prst="rect">
            <a:avLst/>
          </a:prstGeom>
          <a:noFill/>
          <a:ln w="0">
            <a:noFill/>
          </a:ln>
        </p:spPr>
        <p:txBody>
          <a:bodyPr lIns="91440" rIns="91440" tIns="45720" bIns="45720" anchor="t">
            <a:noAutofit/>
          </a:bodyPr>
          <a:p>
            <a:pPr marL="216000" indent="0">
              <a:lnSpc>
                <a:spcPct val="100000"/>
              </a:lnSpc>
              <a:buNone/>
              <a:tabLst>
                <a:tab algn="l" pos="0"/>
              </a:tabLst>
            </a:pPr>
            <a:r>
              <a:rPr lang="sv-SE" sz="2000" b="0" u="none" strike="noStrike">
                <a:solidFill>
                  <a:srgbClr val="000000"/>
                </a:solidFill>
                <a:effectLst/>
                <a:uFillTx/>
                <a:latin typeface="Arial"/>
              </a:rPr>
              <a:t>This workshop is organized by SciLifeLab: NGI (national genomics infrastructure) is part of the Genomics platform, NBIS is the bioinformatics platform. </a:t>
            </a:r>
            <a:endParaRPr lang="en-US" sz="2000" b="0" u="none" strike="noStrike">
              <a:solidFill>
                <a:srgbClr val="000000"/>
              </a:solidFill>
              <a:effectLst/>
              <a:uFillTx/>
              <a:latin typeface="Arial"/>
            </a:endParaRPr>
          </a:p>
        </p:txBody>
      </p:sp>
      <p:sp>
        <p:nvSpPr>
          <p:cNvPr id="112" name="PlaceHolder 3"/>
          <p:cNvSpPr>
            <a:spLocks noGrp="1"/>
          </p:cNvSpPr>
          <p:nvPr>
            <p:ph type="sldNum" idx="4"/>
          </p:nvPr>
        </p:nvSpPr>
        <p:spPr>
          <a:xfrm>
            <a:off x="3884760" y="8685360"/>
            <a:ext cx="296964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SE" sz="1200" b="0" u="none" strike="noStrike">
                <a:solidFill>
                  <a:srgbClr val="000000"/>
                </a:solidFill>
                <a:effectLst/>
                <a:uFillTx/>
                <a:latin typeface="Times New Roman"/>
              </a:defRPr>
            </a:lvl1pPr>
          </a:lstStyle>
          <a:p>
            <a:pPr indent="0" algn="r">
              <a:lnSpc>
                <a:spcPct val="100000"/>
              </a:lnSpc>
              <a:buNone/>
              <a:tabLst>
                <a:tab algn="l" pos="0"/>
              </a:tabLst>
            </a:pPr>
            <a:fld id="{C8A32EEC-5845-4409-9A4A-A4BC1F1B5ACC}" type="slidenum">
              <a:rPr lang="en-SE" sz="1200" b="0" u="none" strike="noStrike">
                <a:solidFill>
                  <a:srgbClr val="000000"/>
                </a:solidFill>
                <a:effectLst/>
                <a:uFillTx/>
                <a:latin typeface="Times New Roman"/>
              </a:rPr>
              <a:t>8</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sldImg"/>
          </p:nvPr>
        </p:nvSpPr>
        <p:spPr>
          <a:xfrm>
            <a:off x="685800" y="1143000"/>
            <a:ext cx="5484240" cy="3084120"/>
          </a:xfrm>
          <a:prstGeom prst="rect">
            <a:avLst/>
          </a:prstGeom>
          <a:ln w="0">
            <a:noFill/>
          </a:ln>
        </p:spPr>
      </p:sp>
      <p:sp>
        <p:nvSpPr>
          <p:cNvPr id="114" name="PlaceHolder 2"/>
          <p:cNvSpPr>
            <a:spLocks noGrp="1"/>
          </p:cNvSpPr>
          <p:nvPr>
            <p:ph type="body"/>
          </p:nvPr>
        </p:nvSpPr>
        <p:spPr>
          <a:xfrm>
            <a:off x="685800" y="4400640"/>
            <a:ext cx="5484240" cy="3598200"/>
          </a:xfrm>
          <a:prstGeom prst="rect">
            <a:avLst/>
          </a:prstGeom>
          <a:noFill/>
          <a:ln w="0">
            <a:noFill/>
          </a:ln>
        </p:spPr>
        <p:txBody>
          <a:bodyPr lIns="91440" rIns="91440" tIns="45720" bIns="45720" anchor="t">
            <a:noAutofit/>
          </a:bodyPr>
          <a:p>
            <a:pPr marL="216000" indent="0">
              <a:lnSpc>
                <a:spcPct val="100000"/>
              </a:lnSpc>
              <a:buNone/>
              <a:tabLst>
                <a:tab algn="l" pos="0"/>
              </a:tabLst>
            </a:pPr>
            <a:r>
              <a:rPr lang="en-GB" sz="2000" b="0" u="none" strike="noStrike">
                <a:solidFill>
                  <a:srgbClr val="000000"/>
                </a:solidFill>
                <a:effectLst/>
                <a:uFillTx/>
                <a:latin typeface="Arial"/>
              </a:rPr>
              <a:t>Most teachers on this workshop work at NBIS. We are involved in planning of projects and project specific data analysis, and teaching. Teachers on Tuesday afternoon are from NGI; who are involved in producing data and implementing and running standard analyses. </a:t>
            </a:r>
            <a:endParaRPr lang="en-US" sz="2000" b="0" u="none" strike="noStrike">
              <a:solidFill>
                <a:srgbClr val="000000"/>
              </a:solidFill>
              <a:effectLst/>
              <a:uFillTx/>
              <a:latin typeface="Arial"/>
            </a:endParaRPr>
          </a:p>
          <a:p>
            <a:pPr marL="216000" indent="0">
              <a:lnSpc>
                <a:spcPct val="100000"/>
              </a:lnSpc>
              <a:buNone/>
              <a:tabLst>
                <a:tab algn="l" pos="0"/>
              </a:tabLst>
            </a:pPr>
            <a:endParaRPr lang="en-US" sz="2000" b="0" u="none" strike="noStrike">
              <a:solidFill>
                <a:srgbClr val="000000"/>
              </a:solidFill>
              <a:effectLst/>
              <a:uFillTx/>
              <a:latin typeface="Arial"/>
            </a:endParaRPr>
          </a:p>
        </p:txBody>
      </p:sp>
      <p:sp>
        <p:nvSpPr>
          <p:cNvPr id="115" name="PlaceHolder 3"/>
          <p:cNvSpPr>
            <a:spLocks noGrp="1"/>
          </p:cNvSpPr>
          <p:nvPr>
            <p:ph type="sldNum" idx="5"/>
          </p:nvPr>
        </p:nvSpPr>
        <p:spPr>
          <a:xfrm>
            <a:off x="3884760" y="8685360"/>
            <a:ext cx="296964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SE" sz="1200" b="0" u="none" strike="noStrike">
                <a:solidFill>
                  <a:srgbClr val="000000"/>
                </a:solidFill>
                <a:effectLst/>
                <a:uFillTx/>
                <a:latin typeface="Times New Roman"/>
              </a:defRPr>
            </a:lvl1pPr>
          </a:lstStyle>
          <a:p>
            <a:pPr indent="0" algn="r">
              <a:lnSpc>
                <a:spcPct val="100000"/>
              </a:lnSpc>
              <a:buNone/>
              <a:tabLst>
                <a:tab algn="l" pos="0"/>
              </a:tabLst>
            </a:pPr>
            <a:fld id="{572F1137-9773-4ACB-B9A0-6DB0799D0950}" type="slidenum">
              <a:rPr lang="en-SE" sz="1200" b="0" u="none" strike="noStrike">
                <a:solidFill>
                  <a:srgbClr val="000000"/>
                </a:solidFill>
                <a:effectLst/>
                <a:uFillTx/>
                <a:latin typeface="Times New Roman"/>
              </a:rPr>
              <a:t>8</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sldImg"/>
          </p:nvPr>
        </p:nvSpPr>
        <p:spPr>
          <a:xfrm>
            <a:off x="685800" y="1143000"/>
            <a:ext cx="5484240" cy="3084120"/>
          </a:xfrm>
          <a:prstGeom prst="rect">
            <a:avLst/>
          </a:prstGeom>
          <a:ln w="0">
            <a:noFill/>
          </a:ln>
        </p:spPr>
      </p:sp>
      <p:sp>
        <p:nvSpPr>
          <p:cNvPr id="117" name="PlaceHolder 2"/>
          <p:cNvSpPr>
            <a:spLocks noGrp="1"/>
          </p:cNvSpPr>
          <p:nvPr>
            <p:ph type="body"/>
          </p:nvPr>
        </p:nvSpPr>
        <p:spPr>
          <a:xfrm>
            <a:off x="685800" y="4400640"/>
            <a:ext cx="5484240" cy="3598200"/>
          </a:xfrm>
          <a:prstGeom prst="rect">
            <a:avLst/>
          </a:prstGeom>
          <a:noFill/>
          <a:ln w="0">
            <a:noFill/>
          </a:ln>
        </p:spPr>
        <p:txBody>
          <a:bodyPr lIns="91440" rIns="91440" tIns="45720" bIns="45720" anchor="t">
            <a:noAutofit/>
          </a:bodyPr>
          <a:p>
            <a:pPr marL="216000" indent="0">
              <a:lnSpc>
                <a:spcPct val="100000"/>
              </a:lnSpc>
              <a:buNone/>
              <a:tabLst>
                <a:tab algn="l" pos="0"/>
              </a:tabLst>
            </a:pPr>
            <a:r>
              <a:rPr lang="en-GB" sz="2000" b="0" u="none" strike="noStrike">
                <a:solidFill>
                  <a:srgbClr val="000000"/>
                </a:solidFill>
                <a:effectLst/>
                <a:uFillTx/>
                <a:latin typeface="Arial"/>
              </a:rPr>
              <a:t>Show how to edit hackmd</a:t>
            </a:r>
            <a:endParaRPr lang="en-US" sz="2000" b="0" u="none" strike="noStrike">
              <a:solidFill>
                <a:srgbClr val="000000"/>
              </a:solidFill>
              <a:effectLst/>
              <a:uFillTx/>
              <a:latin typeface="Arial"/>
            </a:endParaRPr>
          </a:p>
        </p:txBody>
      </p:sp>
      <p:sp>
        <p:nvSpPr>
          <p:cNvPr id="118" name="PlaceHolder 3"/>
          <p:cNvSpPr>
            <a:spLocks noGrp="1"/>
          </p:cNvSpPr>
          <p:nvPr>
            <p:ph type="sldNum" idx="6"/>
          </p:nvPr>
        </p:nvSpPr>
        <p:spPr>
          <a:xfrm>
            <a:off x="3884760" y="8685360"/>
            <a:ext cx="296964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SE" sz="1200" b="0" u="none" strike="noStrike">
                <a:solidFill>
                  <a:srgbClr val="000000"/>
                </a:solidFill>
                <a:effectLst/>
                <a:uFillTx/>
                <a:latin typeface="Times New Roman"/>
              </a:defRPr>
            </a:lvl1pPr>
          </a:lstStyle>
          <a:p>
            <a:pPr indent="0" algn="r">
              <a:lnSpc>
                <a:spcPct val="100000"/>
              </a:lnSpc>
              <a:buNone/>
              <a:tabLst>
                <a:tab algn="l" pos="0"/>
              </a:tabLst>
            </a:pPr>
            <a:fld id="{F31BCC09-954E-481C-B534-217797ACA35E}" type="slidenum">
              <a:rPr lang="en-SE"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sldImg"/>
          </p:nvPr>
        </p:nvSpPr>
        <p:spPr>
          <a:xfrm>
            <a:off x="685800" y="1143000"/>
            <a:ext cx="5484240" cy="3084120"/>
          </a:xfrm>
          <a:prstGeom prst="rect">
            <a:avLst/>
          </a:prstGeom>
          <a:ln w="0">
            <a:noFill/>
          </a:ln>
        </p:spPr>
      </p:sp>
      <p:sp>
        <p:nvSpPr>
          <p:cNvPr id="120" name="PlaceHolder 2"/>
          <p:cNvSpPr>
            <a:spLocks noGrp="1"/>
          </p:cNvSpPr>
          <p:nvPr>
            <p:ph type="body"/>
          </p:nvPr>
        </p:nvSpPr>
        <p:spPr>
          <a:xfrm>
            <a:off x="685800" y="4400640"/>
            <a:ext cx="5484240" cy="3598200"/>
          </a:xfrm>
          <a:prstGeom prst="rect">
            <a:avLst/>
          </a:prstGeom>
          <a:noFill/>
          <a:ln w="0">
            <a:noFill/>
          </a:ln>
        </p:spPr>
        <p:txBody>
          <a:bodyPr lIns="91440" rIns="91440" tIns="45720" bIns="45720" anchor="t">
            <a:noAutofit/>
          </a:bodyPr>
          <a:p>
            <a:pPr marL="216000" indent="0">
              <a:lnSpc>
                <a:spcPct val="100000"/>
              </a:lnSpc>
              <a:buNone/>
              <a:tabLst>
                <a:tab algn="l" pos="0"/>
              </a:tabLst>
            </a:pPr>
            <a:r>
              <a:rPr lang="en-GB" sz="2000" b="0" u="none" strike="noStrike">
                <a:solidFill>
                  <a:srgbClr val="000000"/>
                </a:solidFill>
                <a:effectLst/>
                <a:uFillTx/>
                <a:latin typeface="Arial"/>
              </a:rPr>
              <a:t>Show how to edit hackmd</a:t>
            </a:r>
            <a:endParaRPr lang="en-US" sz="2000" b="0" u="none" strike="noStrike">
              <a:solidFill>
                <a:srgbClr val="000000"/>
              </a:solidFill>
              <a:effectLst/>
              <a:uFillTx/>
              <a:latin typeface="Arial"/>
            </a:endParaRPr>
          </a:p>
        </p:txBody>
      </p:sp>
      <p:sp>
        <p:nvSpPr>
          <p:cNvPr id="121" name="PlaceHolder 3"/>
          <p:cNvSpPr>
            <a:spLocks noGrp="1"/>
          </p:cNvSpPr>
          <p:nvPr>
            <p:ph type="sldNum" idx="7"/>
          </p:nvPr>
        </p:nvSpPr>
        <p:spPr>
          <a:xfrm>
            <a:off x="3884760" y="8685360"/>
            <a:ext cx="296964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SE" sz="1200" b="0" u="none" strike="noStrike">
                <a:solidFill>
                  <a:srgbClr val="000000"/>
                </a:solidFill>
                <a:effectLst/>
                <a:uFillTx/>
                <a:latin typeface="Times New Roman"/>
              </a:defRPr>
            </a:lvl1pPr>
          </a:lstStyle>
          <a:p>
            <a:pPr indent="0" algn="r">
              <a:lnSpc>
                <a:spcPct val="100000"/>
              </a:lnSpc>
              <a:buNone/>
              <a:tabLst>
                <a:tab algn="l" pos="0"/>
              </a:tabLst>
            </a:pPr>
            <a:fld id="{B747AC85-0403-4B97-80F9-CF8896F7224D}" type="slidenum">
              <a:rPr lang="en-SE"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sldImg"/>
          </p:nvPr>
        </p:nvSpPr>
        <p:spPr>
          <a:xfrm>
            <a:off x="685800" y="1143000"/>
            <a:ext cx="5484240" cy="3084120"/>
          </a:xfrm>
          <a:prstGeom prst="rect">
            <a:avLst/>
          </a:prstGeom>
          <a:ln w="0">
            <a:noFill/>
          </a:ln>
        </p:spPr>
      </p:sp>
      <p:sp>
        <p:nvSpPr>
          <p:cNvPr id="123" name="PlaceHolder 2"/>
          <p:cNvSpPr>
            <a:spLocks noGrp="1"/>
          </p:cNvSpPr>
          <p:nvPr>
            <p:ph type="body"/>
          </p:nvPr>
        </p:nvSpPr>
        <p:spPr>
          <a:xfrm>
            <a:off x="685800" y="4400640"/>
            <a:ext cx="5484240" cy="3598200"/>
          </a:xfrm>
          <a:prstGeom prst="rect">
            <a:avLst/>
          </a:prstGeom>
          <a:noFill/>
          <a:ln w="0">
            <a:noFill/>
          </a:ln>
        </p:spPr>
        <p:txBody>
          <a:bodyPr lIns="91440" rIns="91440" tIns="45720" bIns="45720" anchor="t">
            <a:noAutofit/>
          </a:bodyPr>
          <a:p>
            <a:pPr marL="216000" indent="0">
              <a:lnSpc>
                <a:spcPct val="100000"/>
              </a:lnSpc>
              <a:buNone/>
              <a:tabLst>
                <a:tab algn="l" pos="0"/>
              </a:tabLst>
            </a:pPr>
            <a:r>
              <a:rPr lang="en-GB" sz="2000" b="0" u="none" strike="noStrike">
                <a:solidFill>
                  <a:srgbClr val="1d1c1d"/>
                </a:solidFill>
                <a:effectLst/>
                <a:uFillTx/>
                <a:latin typeface="Slack-Lato"/>
              </a:rPr>
              <a:t>We can add that in case someone needs to miss a part of the workshop please talk with us beforehand. Then we will take note of this and tell you how to compensate for the absence i.e. by watching the prerecorded video and run the lab on your own.</a:t>
            </a:r>
            <a:endParaRPr lang="en-US" sz="2000" b="0" u="none" strike="noStrike">
              <a:solidFill>
                <a:srgbClr val="000000"/>
              </a:solidFill>
              <a:effectLst/>
              <a:uFillTx/>
              <a:latin typeface="Arial"/>
            </a:endParaRPr>
          </a:p>
        </p:txBody>
      </p:sp>
      <p:sp>
        <p:nvSpPr>
          <p:cNvPr id="124" name="PlaceHolder 3"/>
          <p:cNvSpPr>
            <a:spLocks noGrp="1"/>
          </p:cNvSpPr>
          <p:nvPr>
            <p:ph type="sldNum" idx="8"/>
          </p:nvPr>
        </p:nvSpPr>
        <p:spPr>
          <a:xfrm>
            <a:off x="3884760" y="8685360"/>
            <a:ext cx="2969640" cy="456480"/>
          </a:xfrm>
          <a:prstGeom prst="rect">
            <a:avLst/>
          </a:prstGeom>
          <a:noFill/>
          <a:ln w="0">
            <a:noFill/>
          </a:ln>
        </p:spPr>
        <p:txBody>
          <a:bodyPr lIns="91440" rIns="91440" tIns="45720" bIns="45720" anchor="b">
            <a:noAutofit/>
          </a:bodyPr>
          <a:lstStyle>
            <a:lvl1pPr indent="0" algn="r">
              <a:lnSpc>
                <a:spcPct val="100000"/>
              </a:lnSpc>
              <a:buNone/>
              <a:tabLst>
                <a:tab algn="l" pos="0"/>
              </a:tabLst>
              <a:defRPr lang="en-SE" sz="1200" b="0" u="none" strike="noStrike">
                <a:solidFill>
                  <a:srgbClr val="000000"/>
                </a:solidFill>
                <a:effectLst/>
                <a:uFillTx/>
                <a:latin typeface="Times New Roman"/>
              </a:defRPr>
            </a:lvl1pPr>
          </a:lstStyle>
          <a:p>
            <a:pPr indent="0" algn="r">
              <a:lnSpc>
                <a:spcPct val="100000"/>
              </a:lnSpc>
              <a:buNone/>
              <a:tabLst>
                <a:tab algn="l" pos="0"/>
              </a:tabLst>
            </a:pPr>
            <a:fld id="{B888A116-7EBF-449C-853F-D9F9DDA5181C}" type="slidenum">
              <a:rPr lang="en-SE"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without our host unis">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
    <p:bg>
      <p:bgPr>
        <a:solidFill>
          <a:srgbClr val="ffffff"/>
        </a:solidFill>
      </p:bgPr>
    </p:bg>
    <p:spTree>
      <p:nvGrpSpPr>
        <p:cNvPr id="1" name=""/>
        <p:cNvGrpSpPr/>
        <p:nvPr/>
      </p:nvGrpSpPr>
      <p:grpSpPr>
        <a:xfrm>
          <a:off x="0" y="0"/>
          <a:ext cx="0" cy="0"/>
          <a:chOff x="0" y="0"/>
          <a:chExt cx="0" cy="0"/>
        </a:xfrm>
      </p:grpSpPr>
      <p:pic>
        <p:nvPicPr>
          <p:cNvPr id="8" name="Picture 7" descr="A close up of a logo&#10;&#10;Description automatically generated"/>
          <p:cNvPicPr/>
          <p:nvPr/>
        </p:nvPicPr>
        <p:blipFill>
          <a:blip r:embed="rId2"/>
          <a:stretch/>
        </p:blipFill>
        <p:spPr>
          <a:xfrm>
            <a:off x="8179560" y="171360"/>
            <a:ext cx="3603240" cy="781200"/>
          </a:xfrm>
          <a:prstGeom prst="rect">
            <a:avLst/>
          </a:prstGeom>
          <a:noFill/>
          <a:ln w="0">
            <a:noFill/>
          </a:ln>
        </p:spPr>
      </p:pic>
      <p:cxnSp>
        <p:nvCxnSpPr>
          <p:cNvPr id="9" name="Straight Connector 8"/>
          <p:cNvCxnSpPr/>
          <p:nvPr/>
        </p:nvCxnSpPr>
        <p:spPr>
          <a:xfrm flipH="1">
            <a:off x="0" y="6811560"/>
            <a:ext cx="12193920" cy="2160"/>
          </a:xfrm>
          <a:prstGeom prst="straightConnector1">
            <a:avLst/>
          </a:prstGeom>
          <a:ln w="101600">
            <a:solidFill>
              <a:srgbClr val="a7c947"/>
            </a:solidFill>
            <a:round/>
          </a:ln>
        </p:spPr>
      </p:cxnSp>
      <p:pic>
        <p:nvPicPr>
          <p:cNvPr id="10" name="Picture 9"/>
          <p:cNvPicPr/>
          <p:nvPr/>
        </p:nvPicPr>
        <p:blipFill>
          <a:blip r:embed="rId3"/>
          <a:stretch/>
        </p:blipFill>
        <p:spPr>
          <a:xfrm>
            <a:off x="194040" y="171360"/>
            <a:ext cx="1883880" cy="1004400"/>
          </a:xfrm>
          <a:prstGeom prst="rect">
            <a:avLst/>
          </a:prstGeom>
          <a:noFill/>
          <a:ln w="0">
            <a:noFill/>
          </a:ln>
        </p:spPr>
      </p:pic>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
    <p:bg>
      <p:bgPr>
        <a:solidFill>
          <a:srgbClr val="ffffff"/>
        </a:solidFill>
      </p:bgPr>
    </p:bg>
    <p:spTree>
      <p:nvGrpSpPr>
        <p:cNvPr id="1" name=""/>
        <p:cNvGrpSpPr/>
        <p:nvPr/>
      </p:nvGrpSpPr>
      <p:grpSpPr>
        <a:xfrm>
          <a:off x="0" y="0"/>
          <a:ext cx="0" cy="0"/>
          <a:chOff x="0" y="0"/>
          <a:chExt cx="0" cy="0"/>
        </a:xfrm>
      </p:grpSpPr>
      <p:pic>
        <p:nvPicPr>
          <p:cNvPr id="11" name="Picture 7" descr="A close up of a logo&#10;&#10;Description automatically generated"/>
          <p:cNvPicPr/>
          <p:nvPr/>
        </p:nvPicPr>
        <p:blipFill>
          <a:blip r:embed="rId2"/>
          <a:stretch/>
        </p:blipFill>
        <p:spPr>
          <a:xfrm>
            <a:off x="8179560" y="171360"/>
            <a:ext cx="3603240" cy="781200"/>
          </a:xfrm>
          <a:prstGeom prst="rect">
            <a:avLst/>
          </a:prstGeom>
          <a:noFill/>
          <a:ln w="0">
            <a:noFill/>
          </a:ln>
        </p:spPr>
      </p:pic>
      <p:cxnSp>
        <p:nvCxnSpPr>
          <p:cNvPr id="12" name="Straight Connector 8"/>
          <p:cNvCxnSpPr/>
          <p:nvPr/>
        </p:nvCxnSpPr>
        <p:spPr>
          <a:xfrm flipH="1">
            <a:off x="0" y="6811560"/>
            <a:ext cx="12193920" cy="2160"/>
          </a:xfrm>
          <a:prstGeom prst="straightConnector1">
            <a:avLst/>
          </a:prstGeom>
          <a:ln w="101600">
            <a:solidFill>
              <a:srgbClr val="a7c947"/>
            </a:solidFill>
            <a:round/>
          </a:ln>
        </p:spPr>
      </p:cxnSp>
      <p:pic>
        <p:nvPicPr>
          <p:cNvPr id="13" name="Picture 9"/>
          <p:cNvPicPr/>
          <p:nvPr/>
        </p:nvPicPr>
        <p:blipFill>
          <a:blip r:embed="rId3"/>
          <a:stretch/>
        </p:blipFill>
        <p:spPr>
          <a:xfrm>
            <a:off x="194040" y="171360"/>
            <a:ext cx="1883880" cy="1004400"/>
          </a:xfrm>
          <a:prstGeom prst="rect">
            <a:avLst/>
          </a:prstGeom>
          <a:noFill/>
          <a:ln w="0">
            <a:noFill/>
          </a:ln>
        </p:spPr>
      </p:pic>
      <p:sp>
        <p:nvSpPr>
          <p:cNvPr id="14" name="PlaceHolder 1"/>
          <p:cNvSpPr>
            <a:spLocks noGrp="1"/>
          </p:cNvSpPr>
          <p:nvPr>
            <p:ph type="title"/>
          </p:nvPr>
        </p:nvSpPr>
        <p:spPr>
          <a:xfrm>
            <a:off x="1523880" y="1600200"/>
            <a:ext cx="9141840" cy="1907640"/>
          </a:xfrm>
          <a:prstGeom prst="rect">
            <a:avLst/>
          </a:prstGeom>
          <a:noFill/>
          <a:ln w="0">
            <a:noFill/>
          </a:ln>
        </p:spPr>
        <p:txBody>
          <a:bodyPr lIns="0" rIns="0" tIns="0" bIns="0" anchor="ctr">
            <a:noAutofit/>
          </a:bodyPr>
          <a:p>
            <a:pPr indent="0">
              <a:lnSpc>
                <a:spcPct val="100000"/>
              </a:lnSpc>
              <a:buNone/>
              <a:tabLst>
                <a:tab algn="l" pos="0"/>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15" name="PlaceHolder 2"/>
          <p:cNvSpPr>
            <a:spLocks noGrp="1"/>
          </p:cNvSpPr>
          <p:nvPr>
            <p:ph type="body"/>
          </p:nvPr>
        </p:nvSpPr>
        <p:spPr>
          <a:xfrm>
            <a:off x="609480" y="1604520"/>
            <a:ext cx="10971720" cy="39765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bg>
      <p:bgPr>
        <a:solidFill>
          <a:srgbClr val="ffffff"/>
        </a:solidFill>
      </p:bgPr>
    </p:bg>
    <p:spTree>
      <p:nvGrpSpPr>
        <p:cNvPr id="1" name=""/>
        <p:cNvGrpSpPr/>
        <p:nvPr/>
      </p:nvGrpSpPr>
      <p:grpSpPr>
        <a:xfrm>
          <a:off x="0" y="0"/>
          <a:ext cx="0" cy="0"/>
          <a:chOff x="0" y="0"/>
          <a:chExt cx="0" cy="0"/>
        </a:xfrm>
      </p:grpSpPr>
      <p:pic>
        <p:nvPicPr>
          <p:cNvPr id="16" name="Picture 7" descr="A close up of a logo&#10;&#10;Description automatically generated"/>
          <p:cNvPicPr/>
          <p:nvPr/>
        </p:nvPicPr>
        <p:blipFill>
          <a:blip r:embed="rId2"/>
          <a:stretch/>
        </p:blipFill>
        <p:spPr>
          <a:xfrm>
            <a:off x="8179560" y="171360"/>
            <a:ext cx="3603240" cy="781200"/>
          </a:xfrm>
          <a:prstGeom prst="rect">
            <a:avLst/>
          </a:prstGeom>
          <a:noFill/>
          <a:ln w="0">
            <a:noFill/>
          </a:ln>
        </p:spPr>
      </p:pic>
      <p:cxnSp>
        <p:nvCxnSpPr>
          <p:cNvPr id="17" name="Straight Connector 8"/>
          <p:cNvCxnSpPr/>
          <p:nvPr/>
        </p:nvCxnSpPr>
        <p:spPr>
          <a:xfrm flipH="1">
            <a:off x="0" y="6811560"/>
            <a:ext cx="12193920" cy="2160"/>
          </a:xfrm>
          <a:prstGeom prst="straightConnector1">
            <a:avLst/>
          </a:prstGeom>
          <a:ln w="101600">
            <a:solidFill>
              <a:srgbClr val="a7c947"/>
            </a:solidFill>
            <a:round/>
          </a:ln>
        </p:spPr>
      </p:cxnSp>
      <p:pic>
        <p:nvPicPr>
          <p:cNvPr id="18" name="Picture 9"/>
          <p:cNvPicPr/>
          <p:nvPr/>
        </p:nvPicPr>
        <p:blipFill>
          <a:blip r:embed="rId3"/>
          <a:stretch/>
        </p:blipFill>
        <p:spPr>
          <a:xfrm>
            <a:off x="194040" y="171360"/>
            <a:ext cx="1883880" cy="1004400"/>
          </a:xfrm>
          <a:prstGeom prst="rect">
            <a:avLst/>
          </a:prstGeom>
          <a:noFill/>
          <a:ln w="0">
            <a:noFill/>
          </a:ln>
        </p:spPr>
      </p:pic>
      <p:sp>
        <p:nvSpPr>
          <p:cNvPr id="19" name="PlaceHolder 1"/>
          <p:cNvSpPr>
            <a:spLocks noGrp="1"/>
          </p:cNvSpPr>
          <p:nvPr>
            <p:ph type="title"/>
          </p:nvPr>
        </p:nvSpPr>
        <p:spPr>
          <a:xfrm>
            <a:off x="1523880" y="1600200"/>
            <a:ext cx="9141840" cy="1907640"/>
          </a:xfrm>
          <a:prstGeom prst="rect">
            <a:avLst/>
          </a:prstGeom>
          <a:noFill/>
          <a:ln w="0">
            <a:noFill/>
          </a:ln>
        </p:spPr>
        <p:txBody>
          <a:bodyPr lIns="0" rIns="0" tIns="0" bIns="0" anchor="ctr">
            <a:noAutofit/>
          </a:bodyPr>
          <a:p>
            <a:pPr indent="0">
              <a:lnSpc>
                <a:spcPct val="100000"/>
              </a:lnSpc>
              <a:buNone/>
              <a:tabLst>
                <a:tab algn="l" pos="0"/>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20" name="PlaceHolder 2"/>
          <p:cNvSpPr>
            <a:spLocks noGrp="1"/>
          </p:cNvSpPr>
          <p:nvPr>
            <p:ph type="body"/>
          </p:nvPr>
        </p:nvSpPr>
        <p:spPr>
          <a:xfrm>
            <a:off x="609480" y="1604520"/>
            <a:ext cx="10971720" cy="39765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bg>
      <p:bgPr>
        <a:solidFill>
          <a:srgbClr val="ffffff"/>
        </a:solidFill>
      </p:bgPr>
    </p:bg>
    <p:spTree>
      <p:nvGrpSpPr>
        <p:cNvPr id="1" name=""/>
        <p:cNvGrpSpPr/>
        <p:nvPr/>
      </p:nvGrpSpPr>
      <p:grpSpPr>
        <a:xfrm>
          <a:off x="0" y="0"/>
          <a:ext cx="0" cy="0"/>
          <a:chOff x="0" y="0"/>
          <a:chExt cx="0" cy="0"/>
        </a:xfrm>
      </p:grpSpPr>
      <p:pic>
        <p:nvPicPr>
          <p:cNvPr id="26" name="Picture 7" descr="A close up of a logo&#10;&#10;Description automatically generated"/>
          <p:cNvPicPr/>
          <p:nvPr/>
        </p:nvPicPr>
        <p:blipFill>
          <a:blip r:embed="rId2"/>
          <a:stretch/>
        </p:blipFill>
        <p:spPr>
          <a:xfrm>
            <a:off x="8179560" y="171360"/>
            <a:ext cx="3603240" cy="781200"/>
          </a:xfrm>
          <a:prstGeom prst="rect">
            <a:avLst/>
          </a:prstGeom>
          <a:noFill/>
          <a:ln w="0">
            <a:noFill/>
          </a:ln>
        </p:spPr>
      </p:pic>
      <p:cxnSp>
        <p:nvCxnSpPr>
          <p:cNvPr id="27" name="Straight Connector 8"/>
          <p:cNvCxnSpPr/>
          <p:nvPr/>
        </p:nvCxnSpPr>
        <p:spPr>
          <a:xfrm flipH="1">
            <a:off x="0" y="6811560"/>
            <a:ext cx="12193920" cy="2160"/>
          </a:xfrm>
          <a:prstGeom prst="straightConnector1">
            <a:avLst/>
          </a:prstGeom>
          <a:ln w="101600">
            <a:solidFill>
              <a:srgbClr val="a7c947"/>
            </a:solidFill>
            <a:round/>
          </a:ln>
        </p:spPr>
      </p:cxnSp>
      <p:pic>
        <p:nvPicPr>
          <p:cNvPr id="28" name="Picture 9"/>
          <p:cNvPicPr/>
          <p:nvPr/>
        </p:nvPicPr>
        <p:blipFill>
          <a:blip r:embed="rId3"/>
          <a:stretch/>
        </p:blipFill>
        <p:spPr>
          <a:xfrm>
            <a:off x="194040" y="171360"/>
            <a:ext cx="1883880" cy="1004400"/>
          </a:xfrm>
          <a:prstGeom prst="rect">
            <a:avLst/>
          </a:prstGeom>
          <a:noFill/>
          <a:ln w="0">
            <a:noFill/>
          </a:ln>
        </p:spPr>
      </p:pic>
      <p:sp>
        <p:nvSpPr>
          <p:cNvPr id="29" name="PlaceHolder 1"/>
          <p:cNvSpPr>
            <a:spLocks noGrp="1"/>
          </p:cNvSpPr>
          <p:nvPr>
            <p:ph type="title"/>
          </p:nvPr>
        </p:nvSpPr>
        <p:spPr>
          <a:xfrm>
            <a:off x="1523880" y="1600200"/>
            <a:ext cx="9141840" cy="1907640"/>
          </a:xfrm>
          <a:prstGeom prst="rect">
            <a:avLst/>
          </a:prstGeom>
          <a:noFill/>
          <a:ln w="0">
            <a:noFill/>
          </a:ln>
        </p:spPr>
        <p:txBody>
          <a:bodyPr lIns="0" rIns="0" tIns="0" bIns="0" anchor="ctr">
            <a:noAutofit/>
          </a:bodyPr>
          <a:p>
            <a:pPr indent="0">
              <a:lnSpc>
                <a:spcPct val="100000"/>
              </a:lnSpc>
              <a:buNone/>
              <a:tabLst>
                <a:tab algn="l" pos="0"/>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30" name="PlaceHolder 2"/>
          <p:cNvSpPr>
            <a:spLocks noGrp="1"/>
          </p:cNvSpPr>
          <p:nvPr>
            <p:ph type="body"/>
          </p:nvPr>
        </p:nvSpPr>
        <p:spPr>
          <a:xfrm>
            <a:off x="609480" y="1604520"/>
            <a:ext cx="10971720" cy="39765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4">
    <p:bg>
      <p:bgPr>
        <a:solidFill>
          <a:srgbClr val="ffffff"/>
        </a:solidFill>
      </p:bgPr>
    </p:bg>
    <p:spTree>
      <p:nvGrpSpPr>
        <p:cNvPr id="1" name=""/>
        <p:cNvGrpSpPr/>
        <p:nvPr/>
      </p:nvGrpSpPr>
      <p:grpSpPr>
        <a:xfrm>
          <a:off x="0" y="0"/>
          <a:ext cx="0" cy="0"/>
          <a:chOff x="0" y="0"/>
          <a:chExt cx="0" cy="0"/>
        </a:xfrm>
      </p:grpSpPr>
      <p:pic>
        <p:nvPicPr>
          <p:cNvPr id="21" name="Picture 7" descr="A close up of a logo&#10;&#10;Description automatically generated"/>
          <p:cNvPicPr/>
          <p:nvPr/>
        </p:nvPicPr>
        <p:blipFill>
          <a:blip r:embed="rId2"/>
          <a:stretch/>
        </p:blipFill>
        <p:spPr>
          <a:xfrm>
            <a:off x="8179560" y="171360"/>
            <a:ext cx="3603240" cy="781200"/>
          </a:xfrm>
          <a:prstGeom prst="rect">
            <a:avLst/>
          </a:prstGeom>
          <a:noFill/>
          <a:ln w="0">
            <a:noFill/>
          </a:ln>
        </p:spPr>
      </p:pic>
      <p:cxnSp>
        <p:nvCxnSpPr>
          <p:cNvPr id="22" name="Straight Connector 8"/>
          <p:cNvCxnSpPr/>
          <p:nvPr/>
        </p:nvCxnSpPr>
        <p:spPr>
          <a:xfrm flipH="1">
            <a:off x="0" y="6811560"/>
            <a:ext cx="12193920" cy="2160"/>
          </a:xfrm>
          <a:prstGeom prst="straightConnector1">
            <a:avLst/>
          </a:prstGeom>
          <a:ln w="101600">
            <a:solidFill>
              <a:srgbClr val="a7c947"/>
            </a:solidFill>
            <a:round/>
          </a:ln>
        </p:spPr>
      </p:cxnSp>
      <p:pic>
        <p:nvPicPr>
          <p:cNvPr id="23" name="Picture 9"/>
          <p:cNvPicPr/>
          <p:nvPr/>
        </p:nvPicPr>
        <p:blipFill>
          <a:blip r:embed="rId3"/>
          <a:stretch/>
        </p:blipFill>
        <p:spPr>
          <a:xfrm>
            <a:off x="194040" y="171360"/>
            <a:ext cx="1883880" cy="1004400"/>
          </a:xfrm>
          <a:prstGeom prst="rect">
            <a:avLst/>
          </a:prstGeom>
          <a:noFill/>
          <a:ln w="0">
            <a:noFill/>
          </a:ln>
        </p:spPr>
      </p:pic>
      <p:sp>
        <p:nvSpPr>
          <p:cNvPr id="24" name="PlaceHolder 1"/>
          <p:cNvSpPr>
            <a:spLocks noGrp="1"/>
          </p:cNvSpPr>
          <p:nvPr>
            <p:ph type="title"/>
          </p:nvPr>
        </p:nvSpPr>
        <p:spPr>
          <a:xfrm>
            <a:off x="1523880" y="1600200"/>
            <a:ext cx="9141840" cy="1907640"/>
          </a:xfrm>
          <a:prstGeom prst="rect">
            <a:avLst/>
          </a:prstGeom>
          <a:noFill/>
          <a:ln w="0">
            <a:noFill/>
          </a:ln>
        </p:spPr>
        <p:txBody>
          <a:bodyPr lIns="0" rIns="0" tIns="0" bIns="0" anchor="ctr">
            <a:noAutofit/>
          </a:bodyPr>
          <a:p>
            <a:pPr indent="0">
              <a:lnSpc>
                <a:spcPct val="100000"/>
              </a:lnSpc>
              <a:buNone/>
              <a:tabLst>
                <a:tab algn="l" pos="0"/>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25" name="PlaceHolder 2"/>
          <p:cNvSpPr>
            <a:spLocks noGrp="1"/>
          </p:cNvSpPr>
          <p:nvPr>
            <p:ph type="body"/>
          </p:nvPr>
        </p:nvSpPr>
        <p:spPr>
          <a:xfrm>
            <a:off x="609480" y="1604520"/>
            <a:ext cx="10971720" cy="39765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 column_no bulletpoints">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
</Relationships>
</file>

<file path=ppt/slideMasters/_rels/slideMaster7.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8.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 name="Picture 7" descr="A close up of a logo&#10;&#10;Description automatically generated"/>
          <p:cNvPicPr/>
          <p:nvPr/>
        </p:nvPicPr>
        <p:blipFill>
          <a:blip r:embed="rId2"/>
          <a:stretch/>
        </p:blipFill>
        <p:spPr>
          <a:xfrm>
            <a:off x="8179560" y="171360"/>
            <a:ext cx="3603240" cy="781200"/>
          </a:xfrm>
          <a:prstGeom prst="rect">
            <a:avLst/>
          </a:prstGeom>
          <a:noFill/>
          <a:ln w="0">
            <a:noFill/>
          </a:ln>
        </p:spPr>
      </p:pic>
      <p:cxnSp>
        <p:nvCxnSpPr>
          <p:cNvPr id="3" name="Straight Connector 8"/>
          <p:cNvCxnSpPr/>
          <p:nvPr/>
        </p:nvCxnSpPr>
        <p:spPr>
          <a:xfrm flipH="1">
            <a:off x="0" y="6811560"/>
            <a:ext cx="12193920" cy="2160"/>
          </a:xfrm>
          <a:prstGeom prst="straightConnector1">
            <a:avLst/>
          </a:prstGeom>
          <a:ln w="101600">
            <a:solidFill>
              <a:srgbClr val="a7c947"/>
            </a:solidFill>
            <a:round/>
          </a:ln>
        </p:spPr>
      </p:cxnSp>
      <p:pic>
        <p:nvPicPr>
          <p:cNvPr id="4" name="Picture 9"/>
          <p:cNvPicPr/>
          <p:nvPr/>
        </p:nvPicPr>
        <p:blipFill>
          <a:blip r:embed="rId3"/>
          <a:stretch/>
        </p:blipFill>
        <p:spPr>
          <a:xfrm>
            <a:off x="194040" y="171360"/>
            <a:ext cx="1883880" cy="1004400"/>
          </a:xfrm>
          <a:prstGeom prst="rect">
            <a:avLst/>
          </a:prstGeom>
          <a:noFill/>
          <a:ln w="0">
            <a:noFill/>
          </a:ln>
        </p:spPr>
      </p:pic>
    </p:spTree>
  </p:cSld>
  <p:clrMap bg1="lt1" tx1="dk1" bg2="lt2" tx2="dk2" accent1="accent1" accent2="accent2" accent3="accent3" accent4="accent4" accent5="accent5" accent6="accent6" hlink="hlink" folHlink="folHlink"/>
  <p:sldLayoutIdLst>
    <p:sldLayoutId id="2147483649"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 name="Picture 7" descr="A close up of a logo&#10;&#10;Description automatically generated"/>
          <p:cNvPicPr/>
          <p:nvPr/>
        </p:nvPicPr>
        <p:blipFill>
          <a:blip r:embed="rId2"/>
          <a:stretch/>
        </p:blipFill>
        <p:spPr>
          <a:xfrm>
            <a:off x="8179560" y="171360"/>
            <a:ext cx="3603240" cy="781200"/>
          </a:xfrm>
          <a:prstGeom prst="rect">
            <a:avLst/>
          </a:prstGeom>
          <a:noFill/>
          <a:ln w="0">
            <a:noFill/>
          </a:ln>
        </p:spPr>
      </p:pic>
      <p:cxnSp>
        <p:nvCxnSpPr>
          <p:cNvPr id="6" name="Straight Connector 8"/>
          <p:cNvCxnSpPr/>
          <p:nvPr/>
        </p:nvCxnSpPr>
        <p:spPr>
          <a:xfrm flipH="1">
            <a:off x="0" y="6811560"/>
            <a:ext cx="12193920" cy="2160"/>
          </a:xfrm>
          <a:prstGeom prst="straightConnector1">
            <a:avLst/>
          </a:prstGeom>
          <a:ln w="101600">
            <a:solidFill>
              <a:srgbClr val="a7c947"/>
            </a:solidFill>
            <a:round/>
          </a:ln>
        </p:spPr>
      </p:cxnSp>
      <p:pic>
        <p:nvPicPr>
          <p:cNvPr id="7" name="Picture 9"/>
          <p:cNvPicPr/>
          <p:nvPr/>
        </p:nvPicPr>
        <p:blipFill>
          <a:blip r:embed="rId3"/>
          <a:stretch/>
        </p:blipFill>
        <p:spPr>
          <a:xfrm>
            <a:off x="194040" y="171360"/>
            <a:ext cx="1883880" cy="1004400"/>
          </a:xfrm>
          <a:prstGeom prst="rect">
            <a:avLst/>
          </a:prstGeom>
          <a:noFill/>
          <a:ln w="0">
            <a:noFill/>
          </a:ln>
        </p:spPr>
      </p:pic>
    </p:spTree>
  </p:cSld>
  <p:clrMap bg1="lt1" tx1="dk1" bg2="lt2" tx2="dk2" accent1="accent1" accent2="accent2" accent3="accent3" accent4="accent4" accent5="accent5" accent6="accent6" hlink="hlink" folHlink="folHlink"/>
  <p:sldLayoutIdLst>
    <p:sldLayoutId id="2147483651" r:id="rId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2"/>
    <p:sldLayoutId id="2147483654" r:id="rId3"/>
    <p:sldLayoutId id="2147483655" r:id="rId4"/>
    <p:sldLayoutId id="2147483656" r:id="rId5"/>
    <p:sldLayoutId id="2147483657" r:id="rId6"/>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1" name="Picture 24" descr="A picture containing light&#10;&#10;Description automatically generated"/>
          <p:cNvPicPr/>
          <p:nvPr/>
        </p:nvPicPr>
        <p:blipFill>
          <a:blip r:embed="rId2"/>
          <a:stretch/>
        </p:blipFill>
        <p:spPr>
          <a:xfrm>
            <a:off x="11541600" y="6271560"/>
            <a:ext cx="503280" cy="475920"/>
          </a:xfrm>
          <a:prstGeom prst="rect">
            <a:avLst/>
          </a:prstGeom>
          <a:noFill/>
          <a:ln w="0">
            <a:noFill/>
          </a:ln>
        </p:spPr>
      </p:pic>
      <p:cxnSp>
        <p:nvCxnSpPr>
          <p:cNvPr id="32" name="Straight Connector 25"/>
          <p:cNvCxnSpPr/>
          <p:nvPr/>
        </p:nvCxnSpPr>
        <p:spPr>
          <a:xfrm>
            <a:off x="430920" y="881640"/>
            <a:ext cx="11331720" cy="2160"/>
          </a:xfrm>
          <a:prstGeom prst="straightConnector1">
            <a:avLst/>
          </a:prstGeom>
          <a:ln w="12700">
            <a:solidFill>
              <a:srgbClr val="a7c947"/>
            </a:solidFill>
            <a:round/>
          </a:ln>
        </p:spPr>
      </p:cxnSp>
      <p:pic>
        <p:nvPicPr>
          <p:cNvPr id="33" name="Picture 8"/>
          <p:cNvPicPr/>
          <p:nvPr/>
        </p:nvPicPr>
        <p:blipFill>
          <a:blip r:embed="rId3"/>
          <a:stretch/>
        </p:blipFill>
        <p:spPr>
          <a:xfrm>
            <a:off x="144720" y="6271560"/>
            <a:ext cx="1294200" cy="475920"/>
          </a:xfrm>
          <a:prstGeom prst="rect">
            <a:avLst/>
          </a:prstGeom>
          <a:noFill/>
          <a:ln w="0">
            <a:noFill/>
          </a:ln>
        </p:spPr>
      </p:pic>
      <p:sp>
        <p:nvSpPr>
          <p:cNvPr id="3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lang="en-US" sz="4400" b="0" u="none" strike="noStrike">
                <a:solidFill>
                  <a:srgbClr val="000000"/>
                </a:solidFill>
                <a:effectLst/>
                <a:uFillTx/>
                <a:latin typeface="Arial"/>
              </a:rPr>
              <a:t>Click to </a:t>
            </a:r>
            <a:r>
              <a:rPr lang="en-US" sz="4400" b="0" u="none" strike="noStrike">
                <a:solidFill>
                  <a:srgbClr val="000000"/>
                </a:solidFill>
                <a:effectLst/>
                <a:uFillTx/>
                <a:latin typeface="Arial"/>
              </a:rPr>
              <a:t>edit the </a:t>
            </a:r>
            <a:r>
              <a:rPr lang="en-US" sz="4400" b="0" u="none" strike="noStrike">
                <a:solidFill>
                  <a:srgbClr val="000000"/>
                </a:solidFill>
                <a:effectLst/>
                <a:uFillTx/>
                <a:latin typeface="Arial"/>
              </a:rPr>
              <a:t>title text </a:t>
            </a:r>
            <a:r>
              <a:rPr lang="en-US" sz="4400" b="0" u="none" strike="noStrike">
                <a:solidFill>
                  <a:srgbClr val="000000"/>
                </a:solidFill>
                <a:effectLst/>
                <a:uFillTx/>
                <a:latin typeface="Arial"/>
              </a:rPr>
              <a:t>format</a:t>
            </a:r>
            <a:endParaRPr lang="en-US" sz="4400" b="0" u="none" strike="noStrike">
              <a:solidFill>
                <a:srgbClr val="000000"/>
              </a:solidFill>
              <a:effectLst/>
              <a:uFillTx/>
              <a:latin typeface="Arial"/>
            </a:endParaRPr>
          </a:p>
        </p:txBody>
      </p:sp>
      <p:sp>
        <p:nvSpPr>
          <p:cNvPr id="35"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9"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image" Target="../media/image8.jpeg"/><Relationship Id="rId5" Type="http://schemas.openxmlformats.org/officeDocument/2006/relationships/image" Target="../media/image9.jpeg"/><Relationship Id="rId6" Type="http://schemas.openxmlformats.org/officeDocument/2006/relationships/image" Target="../media/image10.png"/><Relationship Id="rId7" Type="http://schemas.openxmlformats.org/officeDocument/2006/relationships/slideLayout" Target="../slideLayouts/slideLayout8.xml"/><Relationship Id="rId8"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7.svg"/><Relationship Id="rId5" Type="http://schemas.openxmlformats.org/officeDocument/2006/relationships/slideLayout" Target="../slideLayouts/slideLayout8.xml"/><Relationship Id="rId6"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image" Target="../media/image13.png"/><Relationship Id="rId4" Type="http://schemas.openxmlformats.org/officeDocument/2006/relationships/slideLayout" Target="../slideLayouts/slideLayout8.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
<Relationships xmlns="http://schemas.openxmlformats.org/package/2006/relationships"><Relationship Id="rId1" Type="http://schemas.openxmlformats.org/officeDocument/2006/relationships/hyperlink" Target="https://uppsala.instructure.com/courses/119058" TargetMode="External"/><Relationship Id="rId2" Type="http://schemas.openxmlformats.org/officeDocument/2006/relationships/hyperlink" Target="https://nbisweden.github.io/workshop-ngsintro/2603/" TargetMode="External"/><Relationship Id="rId3" Type="http://schemas.openxmlformats.org/officeDocument/2006/relationships/slideLayout" Target="../slideLayouts/slideLayout8.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hyperlink" Target="https://app.slack.com/client/T02N0SD19/C01ECL65JJ0" TargetMode="External"/><Relationship Id="rId2" Type="http://schemas.openxmlformats.org/officeDocument/2006/relationships/slideLayout" Target="../slideLayouts/slideLayout8.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PlaceHolder 1"/>
          <p:cNvSpPr>
            <a:spLocks noGrp="1"/>
          </p:cNvSpPr>
          <p:nvPr>
            <p:ph type="title"/>
          </p:nvPr>
        </p:nvSpPr>
        <p:spPr>
          <a:xfrm>
            <a:off x="1523880" y="1600200"/>
            <a:ext cx="9141840" cy="190764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lang="sv-SE" sz="4000" b="1" u="none" strike="noStrike">
                <a:solidFill>
                  <a:schemeClr val="lt2">
                    <a:lumMod val="10000"/>
                  </a:schemeClr>
                </a:solidFill>
                <a:effectLst/>
                <a:uFillTx/>
                <a:latin typeface="Arial"/>
              </a:rPr>
              <a:t>Introdu</a:t>
            </a:r>
            <a:r>
              <a:rPr lang="sv-SE" sz="4000" b="1" u="none" strike="noStrike">
                <a:solidFill>
                  <a:schemeClr val="lt2">
                    <a:lumMod val="10000"/>
                  </a:schemeClr>
                </a:solidFill>
                <a:effectLst/>
                <a:uFillTx/>
                <a:latin typeface="Arial"/>
              </a:rPr>
              <a:t>ction to </a:t>
            </a:r>
            <a:r>
              <a:rPr lang="sv-SE" sz="4000" b="1" u="none" strike="noStrike">
                <a:solidFill>
                  <a:schemeClr val="lt2">
                    <a:lumMod val="10000"/>
                  </a:schemeClr>
                </a:solidFill>
                <a:effectLst/>
                <a:uFillTx/>
                <a:latin typeface="Arial"/>
              </a:rPr>
              <a:t>Bioinfo</a:t>
            </a:r>
            <a:r>
              <a:rPr lang="sv-SE" sz="4000" b="1" u="none" strike="noStrike">
                <a:solidFill>
                  <a:schemeClr val="lt2">
                    <a:lumMod val="10000"/>
                  </a:schemeClr>
                </a:solidFill>
                <a:effectLst/>
                <a:uFillTx/>
                <a:latin typeface="Arial"/>
              </a:rPr>
              <a:t>rmatics </a:t>
            </a:r>
            <a:r>
              <a:rPr lang="sv-SE" sz="4000" b="1" u="none" strike="noStrike">
                <a:solidFill>
                  <a:schemeClr val="lt2">
                    <a:lumMod val="10000"/>
                  </a:schemeClr>
                </a:solidFill>
                <a:effectLst/>
                <a:uFillTx/>
                <a:latin typeface="Arial"/>
              </a:rPr>
              <a:t>using </a:t>
            </a:r>
            <a:r>
              <a:rPr lang="sv-SE" sz="4000" b="1" u="none" strike="noStrike">
                <a:solidFill>
                  <a:schemeClr val="lt2">
                    <a:lumMod val="10000"/>
                  </a:schemeClr>
                </a:solidFill>
                <a:effectLst/>
                <a:uFillTx/>
                <a:latin typeface="Arial"/>
              </a:rPr>
              <a:t>NGS </a:t>
            </a:r>
            <a:r>
              <a:rPr lang="sv-SE" sz="4000" b="1" u="none" strike="noStrike">
                <a:solidFill>
                  <a:schemeClr val="lt2">
                    <a:lumMod val="10000"/>
                  </a:schemeClr>
                </a:solidFill>
                <a:effectLst/>
                <a:uFillTx/>
                <a:latin typeface="Arial"/>
              </a:rPr>
              <a:t>data</a:t>
            </a:r>
            <a:endParaRPr lang="en-US" sz="4000" b="0" u="none" strike="noStrike">
              <a:solidFill>
                <a:srgbClr val="000000"/>
              </a:solidFill>
              <a:effectLst/>
              <a:uFillTx/>
              <a:latin typeface="Arial"/>
            </a:endParaRPr>
          </a:p>
        </p:txBody>
      </p:sp>
      <p:sp>
        <p:nvSpPr>
          <p:cNvPr id="43" name="PlaceHolder 2"/>
          <p:cNvSpPr>
            <a:spLocks noGrp="1"/>
          </p:cNvSpPr>
          <p:nvPr>
            <p:ph type="subTitle"/>
          </p:nvPr>
        </p:nvSpPr>
        <p:spPr>
          <a:xfrm>
            <a:off x="1523880" y="3602160"/>
            <a:ext cx="9141840" cy="1653480"/>
          </a:xfrm>
          <a:prstGeom prst="rect">
            <a:avLst/>
          </a:prstGeom>
          <a:noFill/>
          <a:ln w="0">
            <a:noFill/>
          </a:ln>
        </p:spPr>
        <p:txBody>
          <a:bodyPr lIns="91440" rIns="91440" tIns="45720" bIns="45720" anchor="t">
            <a:noAutofit/>
          </a:bodyPr>
          <a:p>
            <a:pPr indent="0" algn="ctr">
              <a:buNone/>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PlaceHolder 1"/>
          <p:cNvSpPr>
            <a:spLocks noGrp="1"/>
          </p:cNvSpPr>
          <p:nvPr>
            <p:ph type="title"/>
          </p:nvPr>
        </p:nvSpPr>
        <p:spPr>
          <a:xfrm>
            <a:off x="431280" y="321480"/>
            <a:ext cx="11327400" cy="543600"/>
          </a:xfrm>
          <a:prstGeom prst="rect">
            <a:avLst/>
          </a:prstGeom>
          <a:noFill/>
          <a:ln w="0">
            <a:noFill/>
          </a:ln>
        </p:spPr>
        <p:txBody>
          <a:bodyPr lIns="91440" rIns="91440" tIns="45720" bIns="46800" anchor="ctr">
            <a:normAutofit fontScale="85000" lnSpcReduction="9999"/>
          </a:bodyPr>
          <a:p>
            <a:pPr indent="0" algn="ctr" defTabSz="914400">
              <a:lnSpc>
                <a:spcPct val="90000"/>
              </a:lnSpc>
              <a:buNone/>
              <a:tabLst>
                <a:tab algn="l" pos="0"/>
              </a:tabLst>
            </a:pPr>
            <a:r>
              <a:rPr lang="en-GB" sz="4000" b="1" u="none" strike="noStrike">
                <a:solidFill>
                  <a:schemeClr val="lt2">
                    <a:lumMod val="10000"/>
                  </a:schemeClr>
                </a:solidFill>
                <a:effectLst/>
                <a:uFillTx/>
                <a:latin typeface="Arial"/>
              </a:rPr>
              <a:t>SciLifeLab, NBIS and NGI</a:t>
            </a:r>
            <a:endParaRPr lang="en-US" sz="4000" b="0" u="none" strike="noStrike">
              <a:solidFill>
                <a:srgbClr val="000000"/>
              </a:solidFill>
              <a:effectLst/>
              <a:uFillTx/>
              <a:latin typeface="Arial"/>
            </a:endParaRPr>
          </a:p>
        </p:txBody>
      </p:sp>
      <p:grpSp>
        <p:nvGrpSpPr>
          <p:cNvPr id="45" name="Group 13"/>
          <p:cNvGrpSpPr/>
          <p:nvPr/>
        </p:nvGrpSpPr>
        <p:grpSpPr>
          <a:xfrm>
            <a:off x="1176120" y="1154520"/>
            <a:ext cx="3187440" cy="4709160"/>
            <a:chOff x="1176120" y="1154520"/>
            <a:chExt cx="3187440" cy="4709160"/>
          </a:xfrm>
        </p:grpSpPr>
        <p:pic>
          <p:nvPicPr>
            <p:cNvPr id="46" name="Picture 4"/>
            <p:cNvPicPr/>
            <p:nvPr/>
          </p:nvPicPr>
          <p:blipFill>
            <a:blip r:embed="rId1"/>
            <a:stretch/>
          </p:blipFill>
          <p:spPr>
            <a:xfrm>
              <a:off x="1176120" y="1523880"/>
              <a:ext cx="3187440" cy="4339800"/>
            </a:xfrm>
            <a:prstGeom prst="rect">
              <a:avLst/>
            </a:prstGeom>
            <a:noFill/>
            <a:ln w="0">
              <a:noFill/>
            </a:ln>
          </p:spPr>
        </p:pic>
        <p:sp>
          <p:nvSpPr>
            <p:cNvPr id="47" name="TextBox 11"/>
            <p:cNvSpPr/>
            <p:nvPr/>
          </p:nvSpPr>
          <p:spPr>
            <a:xfrm>
              <a:off x="1230120" y="1154520"/>
              <a:ext cx="2314800" cy="3639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lang="en-GB" sz="1800" b="1" u="none" strike="noStrike">
                  <a:solidFill>
                    <a:schemeClr val="dk1"/>
                  </a:solidFill>
                  <a:effectLst/>
                  <a:uFillTx/>
                  <a:latin typeface="Arial"/>
                </a:rPr>
                <a:t>SciLifeLab services</a:t>
              </a:r>
              <a:endParaRPr lang="en-US" sz="1800" b="0" u="none" strike="noStrike">
                <a:solidFill>
                  <a:srgbClr val="000000"/>
                </a:solidFill>
                <a:effectLst/>
                <a:uFillTx/>
                <a:latin typeface="Arial"/>
              </a:endParaRPr>
            </a:p>
          </p:txBody>
        </p:sp>
      </p:grpSp>
      <p:sp>
        <p:nvSpPr>
          <p:cNvPr id="48" name="Rectangle 10"/>
          <p:cNvSpPr/>
          <p:nvPr/>
        </p:nvSpPr>
        <p:spPr>
          <a:xfrm>
            <a:off x="1218600" y="5397480"/>
            <a:ext cx="3092400" cy="383760"/>
          </a:xfrm>
          <a:prstGeom prst="rect">
            <a:avLst/>
          </a:prstGeom>
          <a:noFill/>
          <a:ln w="50800">
            <a:solidFill>
              <a:srgbClr val="045c64"/>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GB" sz="1800" b="0" u="none" strike="noStrike">
              <a:solidFill>
                <a:schemeClr val="lt1"/>
              </a:solidFill>
              <a:effectLst/>
              <a:uFillTx/>
              <a:latin typeface="Calibri"/>
            </a:endParaRPr>
          </a:p>
        </p:txBody>
      </p:sp>
      <p:sp>
        <p:nvSpPr>
          <p:cNvPr id="49" name="PlaceHolder 2"/>
          <p:cNvSpPr>
            <a:spLocks noGrp="1"/>
          </p:cNvSpPr>
          <p:nvPr>
            <p:ph/>
          </p:nvPr>
        </p:nvSpPr>
        <p:spPr>
          <a:xfrm>
            <a:off x="6729120" y="4221720"/>
            <a:ext cx="1744920" cy="1641960"/>
          </a:xfrm>
          <a:prstGeom prst="rect">
            <a:avLst/>
          </a:prstGeom>
          <a:noFill/>
          <a:ln w="0">
            <a:noFill/>
          </a:ln>
        </p:spPr>
        <p:txBody>
          <a:bodyPr lIns="91440" rIns="91440" tIns="45720" bIns="45720" anchor="t">
            <a:normAutofit/>
          </a:bodyPr>
          <a:p>
            <a:pPr indent="0" algn="ctr" defTabSz="914400">
              <a:lnSpc>
                <a:spcPct val="90000"/>
              </a:lnSpc>
              <a:spcBef>
                <a:spcPts val="1001"/>
              </a:spcBef>
              <a:buNone/>
              <a:tabLst>
                <a:tab algn="l" pos="0"/>
              </a:tabLst>
            </a:pPr>
            <a:r>
              <a:rPr lang="en-US" sz="1400" b="0" u="none" strike="noStrike">
                <a:solidFill>
                  <a:schemeClr val="lt1"/>
                </a:solidFill>
                <a:effectLst/>
                <a:uFillTx/>
                <a:latin typeface="Arial"/>
              </a:rPr>
              <a:t>Staff at six different sites across Sweden with expertise in many different omics-related areas</a:t>
            </a:r>
            <a:endParaRPr lang="en-US" sz="1400" b="0" u="none" strike="noStrike">
              <a:solidFill>
                <a:srgbClr val="000000"/>
              </a:solidFill>
              <a:effectLst/>
              <a:uFillTx/>
              <a:latin typeface="Arial"/>
            </a:endParaRPr>
          </a:p>
          <a:p>
            <a:pPr indent="0" defTabSz="914400">
              <a:lnSpc>
                <a:spcPct val="90000"/>
              </a:lnSpc>
              <a:spcBef>
                <a:spcPts val="1001"/>
              </a:spcBef>
              <a:buNone/>
              <a:tabLst>
                <a:tab algn="l" pos="0"/>
              </a:tabLst>
            </a:pPr>
            <a:endParaRPr lang="en-US" sz="1800" b="0" u="none" strike="noStrike">
              <a:solidFill>
                <a:srgbClr val="000000"/>
              </a:solidFill>
              <a:effectLst/>
              <a:uFillTx/>
              <a:latin typeface="Arial"/>
            </a:endParaRPr>
          </a:p>
        </p:txBody>
      </p:sp>
      <p:sp>
        <p:nvSpPr>
          <p:cNvPr id="50" name="Rectangle 10"/>
          <p:cNvSpPr/>
          <p:nvPr/>
        </p:nvSpPr>
        <p:spPr>
          <a:xfrm>
            <a:off x="1218600" y="1561320"/>
            <a:ext cx="3092400" cy="383760"/>
          </a:xfrm>
          <a:prstGeom prst="rect">
            <a:avLst/>
          </a:prstGeom>
          <a:noFill/>
          <a:ln w="50800">
            <a:solidFill>
              <a:srgbClr val="045c64"/>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GB" sz="1800" b="0" u="none" strike="noStrike">
              <a:solidFill>
                <a:schemeClr val="lt1"/>
              </a:solidFill>
              <a:effectLst/>
              <a:uFillTx/>
              <a:latin typeface="Calibri"/>
            </a:endParaRPr>
          </a:p>
        </p:txBody>
      </p:sp>
      <p:sp>
        <p:nvSpPr>
          <p:cNvPr id="51" name="Rektangel 6"/>
          <p:cNvSpPr/>
          <p:nvPr/>
        </p:nvSpPr>
        <p:spPr>
          <a:xfrm>
            <a:off x="11408040" y="6074280"/>
            <a:ext cx="749160" cy="759960"/>
          </a:xfrm>
          <a:prstGeom prst="rect">
            <a:avLst/>
          </a:prstGeom>
          <a:solidFill>
            <a:schemeClr val="bg1"/>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GB" sz="1800" b="0" u="none" strike="noStrike">
              <a:solidFill>
                <a:schemeClr val="lt1"/>
              </a:solidFill>
              <a:effectLst/>
              <a:uFillTx/>
              <a:latin typeface="Calibri"/>
            </a:endParaRPr>
          </a:p>
        </p:txBody>
      </p:sp>
      <p:pic>
        <p:nvPicPr>
          <p:cNvPr id="52" name="Bild 3"/>
          <p:cNvPicPr/>
          <p:nvPr/>
        </p:nvPicPr>
        <p:blipFill>
          <a:blip r:embed="rId2">
            <a:extLst>
              <a:ext uri="{96DAC541-7B7A-43D3-8B79-37D633B846F1}">
                <asvg:svgBlip xmlns:asvg="http://schemas.microsoft.com/office/drawing/2016/SVG/main" r:embed="rId3"/>
              </a:ext>
            </a:extLst>
          </a:blip>
          <a:stretch/>
        </p:blipFill>
        <p:spPr>
          <a:xfrm>
            <a:off x="10055160" y="6172200"/>
            <a:ext cx="2026800" cy="645120"/>
          </a:xfrm>
          <a:prstGeom prst="rect">
            <a:avLst/>
          </a:prstGeom>
          <a:noFill/>
          <a:ln w="0">
            <a:noFill/>
          </a:ln>
        </p:spPr>
      </p:pic>
      <p:pic>
        <p:nvPicPr>
          <p:cNvPr id="53" name="Google Shape;32;p2"/>
          <p:cNvPicPr/>
          <p:nvPr/>
        </p:nvPicPr>
        <p:blipFill>
          <a:blip r:embed="rId4"/>
          <a:stretch/>
        </p:blipFill>
        <p:spPr>
          <a:xfrm>
            <a:off x="4673160" y="1531080"/>
            <a:ext cx="4309560" cy="2571120"/>
          </a:xfrm>
          <a:prstGeom prst="rect">
            <a:avLst/>
          </a:prstGeom>
          <a:noFill/>
          <a:ln w="0">
            <a:noFill/>
          </a:ln>
        </p:spPr>
      </p:pic>
      <p:pic>
        <p:nvPicPr>
          <p:cNvPr id="54" name="Google Shape;33;p2" descr="A group of people standing outside a building&#10;&#10;Description automatically generated with medium confidence"/>
          <p:cNvPicPr/>
          <p:nvPr/>
        </p:nvPicPr>
        <p:blipFill>
          <a:blip r:embed="rId5"/>
          <a:stretch/>
        </p:blipFill>
        <p:spPr>
          <a:xfrm>
            <a:off x="457560" y="-2971800"/>
            <a:ext cx="6171120" cy="2630160"/>
          </a:xfrm>
          <a:prstGeom prst="rect">
            <a:avLst/>
          </a:prstGeom>
          <a:noFill/>
          <a:ln w="0">
            <a:noFill/>
          </a:ln>
        </p:spPr>
      </p:pic>
      <p:sp>
        <p:nvSpPr>
          <p:cNvPr id="55" name="Google Shape;34;p2"/>
          <p:cNvSpPr/>
          <p:nvPr/>
        </p:nvSpPr>
        <p:spPr>
          <a:xfrm>
            <a:off x="6533280" y="3769560"/>
            <a:ext cx="2178720" cy="2128320"/>
          </a:xfrm>
          <a:prstGeom prst="ellipse">
            <a:avLst/>
          </a:prstGeom>
          <a:solidFill>
            <a:schemeClr val="accent1"/>
          </a:solidFill>
          <a:ln w="0">
            <a:noFill/>
          </a:ln>
        </p:spPr>
        <p:style>
          <a:lnRef idx="0"/>
          <a:fillRef idx="0"/>
          <a:effectRef idx="0"/>
          <a:fontRef idx="minor"/>
        </p:style>
        <p:txBody>
          <a:bodyPr lIns="90000" rIns="90000" tIns="45000" bIns="45000" anchor="ctr">
            <a:noAutofit/>
          </a:bodyPr>
          <a:p>
            <a:pPr algn="ctr" defTabSz="914400">
              <a:lnSpc>
                <a:spcPct val="100000"/>
              </a:lnSpc>
            </a:pPr>
            <a:endParaRPr lang="en-SE" sz="1870" b="0" u="none" strike="noStrike">
              <a:solidFill>
                <a:schemeClr val="lt1"/>
              </a:solidFill>
              <a:effectLst/>
              <a:uFillTx/>
              <a:latin typeface="Calibri"/>
              <a:ea typeface="Calibri"/>
            </a:endParaRPr>
          </a:p>
        </p:txBody>
      </p:sp>
      <p:grpSp>
        <p:nvGrpSpPr>
          <p:cNvPr id="56" name="Google Shape;36;p2"/>
          <p:cNvGrpSpPr/>
          <p:nvPr/>
        </p:nvGrpSpPr>
        <p:grpSpPr>
          <a:xfrm>
            <a:off x="9218880" y="2005560"/>
            <a:ext cx="2239560" cy="3858120"/>
            <a:chOff x="9218880" y="2005560"/>
            <a:chExt cx="2239560" cy="3858120"/>
          </a:xfrm>
        </p:grpSpPr>
        <p:grpSp>
          <p:nvGrpSpPr>
            <p:cNvPr id="57" name="Google Shape;37;p2"/>
            <p:cNvGrpSpPr/>
            <p:nvPr/>
          </p:nvGrpSpPr>
          <p:grpSpPr>
            <a:xfrm>
              <a:off x="9569520" y="2005560"/>
              <a:ext cx="1888920" cy="3858120"/>
              <a:chOff x="9569520" y="2005560"/>
              <a:chExt cx="1888920" cy="3858120"/>
            </a:xfrm>
          </p:grpSpPr>
          <p:pic>
            <p:nvPicPr>
              <p:cNvPr id="58" name="Google Shape;38;p2"/>
              <p:cNvPicPr/>
              <p:nvPr/>
            </p:nvPicPr>
            <p:blipFill>
              <a:blip r:embed="rId6">
                <a:alphaModFix amt="70000"/>
              </a:blip>
              <a:srcRect l="33326" t="0" r="32914" b="0"/>
              <a:stretch/>
            </p:blipFill>
            <p:spPr>
              <a:xfrm>
                <a:off x="9569520" y="2005560"/>
                <a:ext cx="1888920" cy="3858120"/>
              </a:xfrm>
              <a:prstGeom prst="rect">
                <a:avLst/>
              </a:prstGeom>
              <a:noFill/>
              <a:ln w="0">
                <a:noFill/>
              </a:ln>
            </p:spPr>
          </p:pic>
          <p:sp>
            <p:nvSpPr>
              <p:cNvPr id="59" name="Google Shape;39;p2"/>
              <p:cNvSpPr/>
              <p:nvPr/>
            </p:nvSpPr>
            <p:spPr>
              <a:xfrm>
                <a:off x="9912600" y="5574600"/>
                <a:ext cx="57960" cy="52920"/>
              </a:xfrm>
              <a:prstGeom prst="ellipse">
                <a:avLst/>
              </a:prstGeom>
              <a:solidFill>
                <a:schemeClr val="accent1"/>
              </a:solidFill>
              <a:ln w="12700">
                <a:solidFill>
                  <a:srgbClr val="595959"/>
                </a:solidFill>
                <a:miter/>
              </a:ln>
            </p:spPr>
            <p:style>
              <a:lnRef idx="0"/>
              <a:fillRef idx="0"/>
              <a:effectRef idx="0"/>
              <a:fontRef idx="minor"/>
            </p:style>
            <p:txBody>
              <a:bodyPr lIns="90000" rIns="90000" tIns="18720" bIns="18720" anchor="ctr">
                <a:noAutofit/>
              </a:bodyPr>
              <a:p>
                <a:pPr algn="ctr" defTabSz="914400">
                  <a:lnSpc>
                    <a:spcPct val="100000"/>
                  </a:lnSpc>
                </a:pPr>
                <a:endParaRPr lang="en-SE" sz="1870" b="0" u="none" strike="noStrike">
                  <a:solidFill>
                    <a:schemeClr val="lt1"/>
                  </a:solidFill>
                  <a:effectLst/>
                  <a:uFillTx/>
                  <a:latin typeface="Calibri"/>
                  <a:ea typeface="Calibri"/>
                </a:endParaRPr>
              </a:p>
            </p:txBody>
          </p:sp>
          <p:sp>
            <p:nvSpPr>
              <p:cNvPr id="60" name="Google Shape;40;p2"/>
              <p:cNvSpPr/>
              <p:nvPr/>
            </p:nvSpPr>
            <p:spPr>
              <a:xfrm>
                <a:off x="9763200" y="5167440"/>
                <a:ext cx="57960" cy="52920"/>
              </a:xfrm>
              <a:prstGeom prst="ellipse">
                <a:avLst/>
              </a:prstGeom>
              <a:solidFill>
                <a:schemeClr val="accent1"/>
              </a:solidFill>
              <a:ln w="12700">
                <a:solidFill>
                  <a:srgbClr val="595959"/>
                </a:solidFill>
                <a:miter/>
              </a:ln>
            </p:spPr>
            <p:style>
              <a:lnRef idx="0"/>
              <a:fillRef idx="0"/>
              <a:effectRef idx="0"/>
              <a:fontRef idx="minor"/>
            </p:style>
            <p:txBody>
              <a:bodyPr lIns="90000" rIns="90000" tIns="18720" bIns="18720" anchor="ctr">
                <a:noAutofit/>
              </a:bodyPr>
              <a:p>
                <a:pPr algn="ctr" defTabSz="914400">
                  <a:lnSpc>
                    <a:spcPct val="100000"/>
                  </a:lnSpc>
                </a:pPr>
                <a:endParaRPr lang="en-SE" sz="1870" b="0" u="none" strike="noStrike">
                  <a:solidFill>
                    <a:schemeClr val="lt1"/>
                  </a:solidFill>
                  <a:effectLst/>
                  <a:uFillTx/>
                  <a:latin typeface="Calibri"/>
                  <a:ea typeface="Calibri"/>
                </a:endParaRPr>
              </a:p>
            </p:txBody>
          </p:sp>
          <p:sp>
            <p:nvSpPr>
              <p:cNvPr id="61" name="Google Shape;41;p2"/>
              <p:cNvSpPr/>
              <p:nvPr/>
            </p:nvSpPr>
            <p:spPr>
              <a:xfrm>
                <a:off x="10467720" y="4689720"/>
                <a:ext cx="57960" cy="52920"/>
              </a:xfrm>
              <a:prstGeom prst="ellipse">
                <a:avLst/>
              </a:prstGeom>
              <a:solidFill>
                <a:schemeClr val="accent1"/>
              </a:solidFill>
              <a:ln w="12700">
                <a:solidFill>
                  <a:srgbClr val="595959"/>
                </a:solidFill>
                <a:miter/>
              </a:ln>
            </p:spPr>
            <p:style>
              <a:lnRef idx="0"/>
              <a:fillRef idx="0"/>
              <a:effectRef idx="0"/>
              <a:fontRef idx="minor"/>
            </p:style>
            <p:txBody>
              <a:bodyPr lIns="90000" rIns="90000" tIns="18720" bIns="18720" anchor="ctr">
                <a:noAutofit/>
              </a:bodyPr>
              <a:p>
                <a:pPr algn="ctr" defTabSz="914400">
                  <a:lnSpc>
                    <a:spcPct val="100000"/>
                  </a:lnSpc>
                </a:pPr>
                <a:endParaRPr lang="en-SE" sz="1870" b="0" u="none" strike="noStrike">
                  <a:solidFill>
                    <a:schemeClr val="lt1"/>
                  </a:solidFill>
                  <a:effectLst/>
                  <a:uFillTx/>
                  <a:latin typeface="Calibri"/>
                  <a:ea typeface="Calibri"/>
                </a:endParaRPr>
              </a:p>
            </p:txBody>
          </p:sp>
          <p:sp>
            <p:nvSpPr>
              <p:cNvPr id="62" name="Google Shape;42;p2"/>
              <p:cNvSpPr/>
              <p:nvPr/>
            </p:nvSpPr>
            <p:spPr>
              <a:xfrm>
                <a:off x="10519200" y="4775400"/>
                <a:ext cx="57960" cy="52920"/>
              </a:xfrm>
              <a:prstGeom prst="ellipse">
                <a:avLst/>
              </a:prstGeom>
              <a:solidFill>
                <a:schemeClr val="accent1"/>
              </a:solidFill>
              <a:ln w="12700">
                <a:solidFill>
                  <a:srgbClr val="595959"/>
                </a:solidFill>
                <a:miter/>
              </a:ln>
            </p:spPr>
            <p:style>
              <a:lnRef idx="0"/>
              <a:fillRef idx="0"/>
              <a:effectRef idx="0"/>
              <a:fontRef idx="minor"/>
            </p:style>
            <p:txBody>
              <a:bodyPr lIns="90000" rIns="90000" tIns="18720" bIns="18720" anchor="ctr">
                <a:noAutofit/>
              </a:bodyPr>
              <a:p>
                <a:pPr algn="ctr" defTabSz="914400">
                  <a:lnSpc>
                    <a:spcPct val="100000"/>
                  </a:lnSpc>
                </a:pPr>
                <a:endParaRPr lang="en-SE" sz="1870" b="0" u="none" strike="noStrike">
                  <a:solidFill>
                    <a:schemeClr val="lt1"/>
                  </a:solidFill>
                  <a:effectLst/>
                  <a:uFillTx/>
                  <a:latin typeface="Calibri"/>
                  <a:ea typeface="Calibri"/>
                </a:endParaRPr>
              </a:p>
            </p:txBody>
          </p:sp>
          <p:sp>
            <p:nvSpPr>
              <p:cNvPr id="63" name="Google Shape;43;p2"/>
              <p:cNvSpPr/>
              <p:nvPr/>
            </p:nvSpPr>
            <p:spPr>
              <a:xfrm>
                <a:off x="10227960" y="4974840"/>
                <a:ext cx="57960" cy="52920"/>
              </a:xfrm>
              <a:prstGeom prst="ellipse">
                <a:avLst/>
              </a:prstGeom>
              <a:solidFill>
                <a:schemeClr val="accent1"/>
              </a:solidFill>
              <a:ln w="12700">
                <a:solidFill>
                  <a:srgbClr val="595959"/>
                </a:solidFill>
                <a:miter/>
              </a:ln>
            </p:spPr>
            <p:style>
              <a:lnRef idx="0"/>
              <a:fillRef idx="0"/>
              <a:effectRef idx="0"/>
              <a:fontRef idx="minor"/>
            </p:style>
            <p:txBody>
              <a:bodyPr lIns="90000" rIns="90000" tIns="18720" bIns="18720" anchor="ctr">
                <a:noAutofit/>
              </a:bodyPr>
              <a:p>
                <a:pPr algn="ctr" defTabSz="914400">
                  <a:lnSpc>
                    <a:spcPct val="100000"/>
                  </a:lnSpc>
                </a:pPr>
                <a:endParaRPr lang="en-SE" sz="1870" b="0" u="none" strike="noStrike">
                  <a:solidFill>
                    <a:schemeClr val="lt1"/>
                  </a:solidFill>
                  <a:effectLst/>
                  <a:uFillTx/>
                  <a:latin typeface="Calibri"/>
                  <a:ea typeface="Calibri"/>
                </a:endParaRPr>
              </a:p>
            </p:txBody>
          </p:sp>
          <p:sp>
            <p:nvSpPr>
              <p:cNvPr id="64" name="Google Shape;44;p2"/>
              <p:cNvSpPr/>
              <p:nvPr/>
            </p:nvSpPr>
            <p:spPr>
              <a:xfrm>
                <a:off x="10816920" y="3651480"/>
                <a:ext cx="57960" cy="52920"/>
              </a:xfrm>
              <a:prstGeom prst="ellipse">
                <a:avLst/>
              </a:prstGeom>
              <a:solidFill>
                <a:schemeClr val="accent1"/>
              </a:solidFill>
              <a:ln w="12700">
                <a:solidFill>
                  <a:srgbClr val="595959"/>
                </a:solidFill>
                <a:miter/>
              </a:ln>
            </p:spPr>
            <p:style>
              <a:lnRef idx="0"/>
              <a:fillRef idx="0"/>
              <a:effectRef idx="0"/>
              <a:fontRef idx="minor"/>
            </p:style>
            <p:txBody>
              <a:bodyPr lIns="90000" rIns="90000" tIns="18720" bIns="18720" anchor="ctr">
                <a:noAutofit/>
              </a:bodyPr>
              <a:p>
                <a:pPr algn="ctr" defTabSz="914400">
                  <a:lnSpc>
                    <a:spcPct val="100000"/>
                  </a:lnSpc>
                </a:pPr>
                <a:endParaRPr lang="en-SE" sz="1870" b="0" u="none" strike="noStrike">
                  <a:solidFill>
                    <a:schemeClr val="lt1"/>
                  </a:solidFill>
                  <a:effectLst/>
                  <a:uFillTx/>
                  <a:latin typeface="Calibri"/>
                  <a:ea typeface="Calibri"/>
                </a:endParaRPr>
              </a:p>
            </p:txBody>
          </p:sp>
        </p:grpSp>
        <p:sp>
          <p:nvSpPr>
            <p:cNvPr id="65" name="Google Shape;45;p2"/>
            <p:cNvSpPr/>
            <p:nvPr/>
          </p:nvSpPr>
          <p:spPr>
            <a:xfrm>
              <a:off x="10793160" y="3549600"/>
              <a:ext cx="506880" cy="1915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lang="en" sz="670" b="0" i="1" u="none" strike="noStrike">
                  <a:solidFill>
                    <a:schemeClr val="dk1"/>
                  </a:solidFill>
                  <a:effectLst/>
                  <a:uFillTx/>
                  <a:latin typeface="Arial"/>
                  <a:ea typeface="Arial"/>
                </a:rPr>
                <a:t>Umeå</a:t>
              </a:r>
              <a:endParaRPr lang="en-US" sz="670" b="0" u="none" strike="noStrike">
                <a:solidFill>
                  <a:srgbClr val="000000"/>
                </a:solidFill>
                <a:effectLst/>
                <a:uFillTx/>
                <a:latin typeface="Arial"/>
              </a:endParaRPr>
            </a:p>
          </p:txBody>
        </p:sp>
        <p:sp>
          <p:nvSpPr>
            <p:cNvPr id="66" name="Google Shape;46;p2"/>
            <p:cNvSpPr/>
            <p:nvPr/>
          </p:nvSpPr>
          <p:spPr>
            <a:xfrm>
              <a:off x="10478520" y="4739760"/>
              <a:ext cx="675000" cy="1915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lang="en" sz="670" b="0" i="1" u="none" strike="noStrike">
                  <a:solidFill>
                    <a:schemeClr val="dk1"/>
                  </a:solidFill>
                  <a:effectLst/>
                  <a:uFillTx/>
                  <a:latin typeface="Arial"/>
                  <a:ea typeface="Arial"/>
                </a:rPr>
                <a:t>Stockholm</a:t>
              </a:r>
              <a:endParaRPr lang="en-US" sz="670" b="0" u="none" strike="noStrike">
                <a:solidFill>
                  <a:srgbClr val="000000"/>
                </a:solidFill>
                <a:effectLst/>
                <a:uFillTx/>
                <a:latin typeface="Arial"/>
              </a:endParaRPr>
            </a:p>
          </p:txBody>
        </p:sp>
        <p:sp>
          <p:nvSpPr>
            <p:cNvPr id="67" name="Google Shape;47;p2"/>
            <p:cNvSpPr/>
            <p:nvPr/>
          </p:nvSpPr>
          <p:spPr>
            <a:xfrm>
              <a:off x="10542600" y="4472280"/>
              <a:ext cx="509400" cy="1915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lang="en" sz="670" b="0" i="1" u="none" strike="noStrike">
                  <a:solidFill>
                    <a:schemeClr val="dk1"/>
                  </a:solidFill>
                  <a:effectLst/>
                  <a:uFillTx/>
                  <a:latin typeface="Arial"/>
                  <a:ea typeface="Arial"/>
                </a:rPr>
                <a:t>Uppsala</a:t>
              </a:r>
              <a:endParaRPr lang="en-US" sz="670" b="0" u="none" strike="noStrike">
                <a:solidFill>
                  <a:srgbClr val="000000"/>
                </a:solidFill>
                <a:effectLst/>
                <a:uFillTx/>
                <a:latin typeface="Arial"/>
              </a:endParaRPr>
            </a:p>
          </p:txBody>
        </p:sp>
        <p:sp>
          <p:nvSpPr>
            <p:cNvPr id="68" name="Google Shape;48;p2"/>
            <p:cNvSpPr/>
            <p:nvPr/>
          </p:nvSpPr>
          <p:spPr>
            <a:xfrm>
              <a:off x="10334880" y="4908960"/>
              <a:ext cx="564120" cy="1915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lang="en" sz="670" b="0" i="1" u="none" strike="noStrike">
                  <a:solidFill>
                    <a:schemeClr val="dk1"/>
                  </a:solidFill>
                  <a:effectLst/>
                  <a:uFillTx/>
                  <a:latin typeface="Arial"/>
                  <a:ea typeface="Arial"/>
                </a:rPr>
                <a:t>Linköping</a:t>
              </a:r>
              <a:endParaRPr lang="en-US" sz="670" b="0" u="none" strike="noStrike">
                <a:solidFill>
                  <a:srgbClr val="000000"/>
                </a:solidFill>
                <a:effectLst/>
                <a:uFillTx/>
                <a:latin typeface="Arial"/>
              </a:endParaRPr>
            </a:p>
          </p:txBody>
        </p:sp>
        <p:sp>
          <p:nvSpPr>
            <p:cNvPr id="69" name="Google Shape;49;p2"/>
            <p:cNvSpPr/>
            <p:nvPr/>
          </p:nvSpPr>
          <p:spPr>
            <a:xfrm>
              <a:off x="9218880" y="5015880"/>
              <a:ext cx="557640" cy="1915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lang="en" sz="670" b="0" i="1" u="none" strike="noStrike">
                  <a:solidFill>
                    <a:schemeClr val="dk1"/>
                  </a:solidFill>
                  <a:effectLst/>
                  <a:uFillTx/>
                  <a:latin typeface="Arial"/>
                  <a:ea typeface="Arial"/>
                </a:rPr>
                <a:t>Göteborg</a:t>
              </a:r>
              <a:endParaRPr lang="en-US" sz="670" b="0" u="none" strike="noStrike">
                <a:solidFill>
                  <a:srgbClr val="000000"/>
                </a:solidFill>
                <a:effectLst/>
                <a:uFillTx/>
                <a:latin typeface="Arial"/>
              </a:endParaRPr>
            </a:p>
          </p:txBody>
        </p:sp>
        <p:sp>
          <p:nvSpPr>
            <p:cNvPr id="70" name="Google Shape;50;p2"/>
            <p:cNvSpPr/>
            <p:nvPr/>
          </p:nvSpPr>
          <p:spPr>
            <a:xfrm>
              <a:off x="9572040" y="5571000"/>
              <a:ext cx="381240" cy="1915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lang="en" sz="670" b="0" i="1" u="none" strike="noStrike">
                  <a:solidFill>
                    <a:schemeClr val="dk1"/>
                  </a:solidFill>
                  <a:effectLst/>
                  <a:uFillTx/>
                  <a:latin typeface="Arial"/>
                  <a:ea typeface="Arial"/>
                </a:rPr>
                <a:t>Lund</a:t>
              </a:r>
              <a:endParaRPr lang="en-US" sz="670" b="0" u="none" strike="noStrike">
                <a:solidFill>
                  <a:srgbClr val="000000"/>
                </a:solidFill>
                <a:effectLst/>
                <a:uFillTx/>
                <a:latin typeface="Arial"/>
              </a:endParaRPr>
            </a:p>
          </p:txBody>
        </p:sp>
      </p:grpSp>
      <p:sp>
        <p:nvSpPr>
          <p:cNvPr id="71" name="Google Shape;51;p2"/>
          <p:cNvSpPr/>
          <p:nvPr/>
        </p:nvSpPr>
        <p:spPr>
          <a:xfrm>
            <a:off x="6729120" y="4221720"/>
            <a:ext cx="1744920" cy="1641960"/>
          </a:xfrm>
          <a:prstGeom prst="rect">
            <a:avLst/>
          </a:prstGeom>
          <a:noFill/>
          <a:ln w="0">
            <a:noFill/>
          </a:ln>
        </p:spPr>
        <p:style>
          <a:lnRef idx="0"/>
          <a:fillRef idx="0"/>
          <a:effectRef idx="0"/>
          <a:fontRef idx="minor"/>
        </p:style>
        <p:txBody>
          <a:bodyPr lIns="90000" rIns="90000" tIns="45000" bIns="45000" anchor="t">
            <a:normAutofit/>
          </a:bodyPr>
          <a:p>
            <a:pPr algn="ctr" defTabSz="914400">
              <a:lnSpc>
                <a:spcPct val="90000"/>
              </a:lnSpc>
              <a:tabLst>
                <a:tab algn="l" pos="0"/>
              </a:tabLst>
            </a:pPr>
            <a:r>
              <a:rPr lang="en-GB" sz="1470" b="0" u="none" strike="noStrike">
                <a:solidFill>
                  <a:schemeClr val="lt1"/>
                </a:solidFill>
                <a:effectLst/>
                <a:uFillTx/>
                <a:latin typeface="Arial"/>
              </a:rPr>
              <a:t>~120 staff at six different sites across Sweden with expertise in many different omics-related areas</a:t>
            </a:r>
            <a:endParaRPr lang="en-US" sz="1470" b="0" u="none" strike="noStrike">
              <a:solidFill>
                <a:srgbClr val="000000"/>
              </a:solidFill>
              <a:effectLst/>
              <a:uFillTx/>
              <a:latin typeface="Arial"/>
            </a:endParaRPr>
          </a:p>
          <a:p>
            <a:pPr defTabSz="914400">
              <a:lnSpc>
                <a:spcPct val="90000"/>
              </a:lnSpc>
              <a:spcBef>
                <a:spcPts val="1001"/>
              </a:spcBef>
              <a:tabLst>
                <a:tab algn="l" pos="0"/>
              </a:tabLst>
            </a:pPr>
            <a:endParaRPr lang="en-US" sz="1870" b="0" u="none" strike="noStrike">
              <a:solidFill>
                <a:srgbClr val="000000"/>
              </a:solidFill>
              <a:effectLst/>
              <a:uFillTx/>
              <a:latin typeface="Arial"/>
            </a:endParaRPr>
          </a:p>
        </p:txBody>
      </p:sp>
      <p:cxnSp>
        <p:nvCxnSpPr>
          <p:cNvPr id="72" name="Google Shape;52;p2"/>
          <p:cNvCxnSpPr/>
          <p:nvPr/>
        </p:nvCxnSpPr>
        <p:spPr>
          <a:xfrm flipV="1">
            <a:off x="8400240" y="3723840"/>
            <a:ext cx="2310840" cy="681840"/>
          </a:xfrm>
          <a:prstGeom prst="straightConnector1">
            <a:avLst/>
          </a:prstGeom>
          <a:ln cap="rnd" w="28575">
            <a:solidFill>
              <a:srgbClr val="a7c947"/>
            </a:solidFill>
            <a:prstDash val="dot"/>
            <a:round/>
          </a:ln>
        </p:spPr>
      </p:cxnSp>
      <p:cxnSp>
        <p:nvCxnSpPr>
          <p:cNvPr id="73" name="Google Shape;53;p2"/>
          <p:cNvCxnSpPr/>
          <p:nvPr/>
        </p:nvCxnSpPr>
        <p:spPr>
          <a:xfrm>
            <a:off x="8397720" y="5234400"/>
            <a:ext cx="1487160" cy="370080"/>
          </a:xfrm>
          <a:prstGeom prst="straightConnector1">
            <a:avLst/>
          </a:prstGeom>
          <a:ln cap="rnd" w="28575">
            <a:solidFill>
              <a:srgbClr val="a7c947"/>
            </a:solidFill>
            <a:prstDash val="dot"/>
            <a:round/>
          </a:ln>
        </p:spPr>
      </p:cxnSp>
      <p:cxnSp>
        <p:nvCxnSpPr>
          <p:cNvPr id="74" name="Google Shape;54;p2"/>
          <p:cNvCxnSpPr/>
          <p:nvPr/>
        </p:nvCxnSpPr>
        <p:spPr>
          <a:xfrm>
            <a:off x="8544240" y="4709880"/>
            <a:ext cx="1839600" cy="24480"/>
          </a:xfrm>
          <a:prstGeom prst="straightConnector1">
            <a:avLst/>
          </a:prstGeom>
          <a:ln cap="rnd" w="28575">
            <a:solidFill>
              <a:srgbClr val="a7c947"/>
            </a:solidFill>
            <a:prstDash val="dot"/>
            <a:round/>
          </a:ln>
        </p:spPr>
      </p:cxnSp>
      <p:cxnSp>
        <p:nvCxnSpPr>
          <p:cNvPr id="75" name="Google Shape;55;p2"/>
          <p:cNvCxnSpPr/>
          <p:nvPr/>
        </p:nvCxnSpPr>
        <p:spPr>
          <a:xfrm>
            <a:off x="8466120" y="5129280"/>
            <a:ext cx="1204560" cy="67680"/>
          </a:xfrm>
          <a:prstGeom prst="straightConnector1">
            <a:avLst/>
          </a:prstGeom>
          <a:ln cap="rnd" w="28575">
            <a:solidFill>
              <a:srgbClr val="a7c947"/>
            </a:solidFill>
            <a:prstDash val="dot"/>
            <a:round/>
          </a:ln>
        </p:spPr>
      </p:cxnSp>
      <p:cxnSp>
        <p:nvCxnSpPr>
          <p:cNvPr id="76" name="Google Shape;56;p2"/>
          <p:cNvCxnSpPr/>
          <p:nvPr/>
        </p:nvCxnSpPr>
        <p:spPr>
          <a:xfrm>
            <a:off x="8510760" y="4818600"/>
            <a:ext cx="1839600" cy="24480"/>
          </a:xfrm>
          <a:prstGeom prst="straightConnector1">
            <a:avLst/>
          </a:prstGeom>
          <a:ln cap="rnd" w="28575">
            <a:solidFill>
              <a:srgbClr val="a7c947"/>
            </a:solidFill>
            <a:prstDash val="dot"/>
            <a:round/>
          </a:ln>
        </p:spPr>
      </p:cxnSp>
      <p:cxnSp>
        <p:nvCxnSpPr>
          <p:cNvPr id="77" name="Google Shape;57;p2"/>
          <p:cNvCxnSpPr/>
          <p:nvPr/>
        </p:nvCxnSpPr>
        <p:spPr>
          <a:xfrm>
            <a:off x="8499240" y="4941360"/>
            <a:ext cx="1609200" cy="59760"/>
          </a:xfrm>
          <a:prstGeom prst="straightConnector1">
            <a:avLst/>
          </a:prstGeom>
          <a:ln cap="rnd" w="28575">
            <a:solidFill>
              <a:srgbClr val="a7c947"/>
            </a:solidFill>
            <a:prstDash val="dot"/>
            <a:round/>
          </a:ln>
        </p:spPr>
      </p:cxn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par>
                                <p:cTn id="7" presetID="1" presetClass="entr" fill="hold" nodeType="withEffect">
                                  <p:stCondLst>
                                    <p:cond delay="0"/>
                                  </p:stCondLst>
                                  <p:childTnLst>
                                    <p:set>
                                      <p:cBhvr>
                                        <p:cTn id="8" dur="1" fill="hold">
                                          <p:stCondLst>
                                            <p:cond delay="0"/>
                                          </p:stCondLst>
                                        </p:cTn>
                                        <p:tgtEl>
                                          <p:spTgt spid="4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fill="hold" nodeType="click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431280" y="321480"/>
            <a:ext cx="11327400" cy="543600"/>
          </a:xfrm>
          <a:prstGeom prst="rect">
            <a:avLst/>
          </a:prstGeom>
          <a:noFill/>
          <a:ln w="0">
            <a:noFill/>
          </a:ln>
        </p:spPr>
        <p:txBody>
          <a:bodyPr lIns="91440" rIns="91440" tIns="45720" bIns="46800" anchor="ctr">
            <a:normAutofit fontScale="85000" lnSpcReduction="9999"/>
          </a:bodyPr>
          <a:p>
            <a:pPr indent="0" algn="ctr" defTabSz="914400">
              <a:lnSpc>
                <a:spcPct val="90000"/>
              </a:lnSpc>
              <a:buNone/>
              <a:tabLst>
                <a:tab algn="l" pos="0"/>
              </a:tabLst>
            </a:pPr>
            <a:r>
              <a:rPr lang="en-GB" sz="4000" b="1" u="none" strike="noStrike">
                <a:solidFill>
                  <a:schemeClr val="lt2">
                    <a:lumMod val="10000"/>
                  </a:schemeClr>
                </a:solidFill>
                <a:effectLst/>
                <a:uFillTx/>
                <a:latin typeface="Arial"/>
              </a:rPr>
              <a:t>Teachers on this workshop are from NBIS and NGI</a:t>
            </a:r>
            <a:endParaRPr lang="en-US" sz="4000" b="0" u="none" strike="noStrike">
              <a:solidFill>
                <a:srgbClr val="000000"/>
              </a:solidFill>
              <a:effectLst/>
              <a:uFillTx/>
              <a:latin typeface="Arial"/>
            </a:endParaRPr>
          </a:p>
        </p:txBody>
      </p:sp>
      <p:grpSp>
        <p:nvGrpSpPr>
          <p:cNvPr id="79" name="Group 19"/>
          <p:cNvGrpSpPr/>
          <p:nvPr/>
        </p:nvGrpSpPr>
        <p:grpSpPr>
          <a:xfrm>
            <a:off x="1752480" y="3010320"/>
            <a:ext cx="8694360" cy="1042200"/>
            <a:chOff x="1752480" y="3010320"/>
            <a:chExt cx="8694360" cy="1042200"/>
          </a:xfrm>
        </p:grpSpPr>
        <p:sp>
          <p:nvSpPr>
            <p:cNvPr id="80" name="Right Arrow 3"/>
            <p:cNvSpPr/>
            <p:nvPr/>
          </p:nvSpPr>
          <p:spPr>
            <a:xfrm>
              <a:off x="8305200" y="3010320"/>
              <a:ext cx="2141640" cy="1042200"/>
            </a:xfrm>
            <a:prstGeom prst="rightArrow">
              <a:avLst>
                <a:gd name="adj1" fmla="val 50000"/>
                <a:gd name="adj2" fmla="val 50000"/>
              </a:avLst>
            </a:prstGeom>
            <a:solidFill>
              <a:srgbClr val="a7c947"/>
            </a:solidFill>
            <a:ln>
              <a:solidFill>
                <a:srgbClr val="0000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lang="sv-SE" sz="1400" b="0" u="none" strike="noStrike">
                  <a:solidFill>
                    <a:schemeClr val="dk1"/>
                  </a:solidFill>
                  <a:effectLst/>
                  <a:uFillTx/>
                  <a:latin typeface="Arial"/>
                </a:rPr>
                <a:t>Publication</a:t>
              </a:r>
              <a:endParaRPr lang="en-US" sz="1400" b="0" u="none" strike="noStrike">
                <a:solidFill>
                  <a:srgbClr val="000000"/>
                </a:solidFill>
                <a:effectLst/>
                <a:uFillTx/>
                <a:latin typeface="Arial"/>
              </a:endParaRPr>
            </a:p>
          </p:txBody>
        </p:sp>
        <p:sp>
          <p:nvSpPr>
            <p:cNvPr id="81" name="Rectangle 4"/>
            <p:cNvSpPr/>
            <p:nvPr/>
          </p:nvSpPr>
          <p:spPr>
            <a:xfrm>
              <a:off x="2734920" y="3268440"/>
              <a:ext cx="1319760" cy="522360"/>
            </a:xfrm>
            <a:prstGeom prst="rect">
              <a:avLst/>
            </a:prstGeom>
            <a:solidFill>
              <a:srgbClr val="a7c947">
                <a:alpha val="40000"/>
              </a:srgbClr>
            </a:solidFill>
            <a:ln>
              <a:solidFill>
                <a:srgbClr val="0000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lang="sv-SE" sz="1400" b="0" u="none" strike="noStrike">
                  <a:solidFill>
                    <a:schemeClr val="dk1"/>
                  </a:solidFill>
                  <a:effectLst/>
                  <a:uFillTx/>
                  <a:latin typeface="Arial"/>
                </a:rPr>
                <a:t>Data </a:t>
              </a:r>
              <a:br>
                <a:rPr sz="1400"/>
              </a:br>
              <a:r>
                <a:rPr lang="sv-SE" sz="1400" b="0" u="none" strike="noStrike">
                  <a:solidFill>
                    <a:schemeClr val="dk1"/>
                  </a:solidFill>
                  <a:effectLst/>
                  <a:uFillTx/>
                  <a:latin typeface="Arial"/>
                </a:rPr>
                <a:t>generation</a:t>
              </a:r>
              <a:endParaRPr lang="en-US" sz="1400" b="0" u="none" strike="noStrike">
                <a:solidFill>
                  <a:srgbClr val="000000"/>
                </a:solidFill>
                <a:effectLst/>
                <a:uFillTx/>
                <a:latin typeface="Arial"/>
              </a:endParaRPr>
            </a:p>
          </p:txBody>
        </p:sp>
        <p:sp>
          <p:nvSpPr>
            <p:cNvPr id="82" name="Rectangle 5"/>
            <p:cNvSpPr/>
            <p:nvPr/>
          </p:nvSpPr>
          <p:spPr>
            <a:xfrm>
              <a:off x="4056840" y="3268440"/>
              <a:ext cx="1221840" cy="522360"/>
            </a:xfrm>
            <a:prstGeom prst="rect">
              <a:avLst/>
            </a:prstGeom>
            <a:solidFill>
              <a:srgbClr val="a7c947">
                <a:alpha val="60000"/>
              </a:srgbClr>
            </a:solidFill>
            <a:ln>
              <a:solidFill>
                <a:srgbClr val="0000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lang="sv-SE" sz="1400" b="0" u="none" strike="noStrike">
                  <a:solidFill>
                    <a:schemeClr val="dk1"/>
                  </a:solidFill>
                  <a:effectLst/>
                  <a:uFillTx/>
                  <a:latin typeface="Arial"/>
                </a:rPr>
                <a:t>Standard analyses</a:t>
              </a:r>
              <a:endParaRPr lang="en-US" sz="1400" b="0" u="none" strike="noStrike">
                <a:solidFill>
                  <a:srgbClr val="000000"/>
                </a:solidFill>
                <a:effectLst/>
                <a:uFillTx/>
                <a:latin typeface="Arial"/>
              </a:endParaRPr>
            </a:p>
          </p:txBody>
        </p:sp>
        <p:sp>
          <p:nvSpPr>
            <p:cNvPr id="83" name="Rectangle 6"/>
            <p:cNvSpPr/>
            <p:nvPr/>
          </p:nvSpPr>
          <p:spPr>
            <a:xfrm>
              <a:off x="5280840" y="3268440"/>
              <a:ext cx="3022200" cy="522360"/>
            </a:xfrm>
            <a:prstGeom prst="rect">
              <a:avLst/>
            </a:prstGeom>
            <a:solidFill>
              <a:srgbClr val="a7c947">
                <a:alpha val="80000"/>
              </a:srgbClr>
            </a:solidFill>
            <a:ln>
              <a:solidFill>
                <a:srgbClr val="0000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lang="sv-SE" sz="1400" b="0" u="none" strike="noStrike">
                  <a:solidFill>
                    <a:schemeClr val="dk1"/>
                  </a:solidFill>
                  <a:effectLst/>
                  <a:uFillTx/>
                  <a:latin typeface="Arial"/>
                </a:rPr>
                <a:t>Project-specific analyses</a:t>
              </a:r>
              <a:endParaRPr lang="en-US" sz="1400" b="0" u="none" strike="noStrike">
                <a:solidFill>
                  <a:srgbClr val="000000"/>
                </a:solidFill>
                <a:effectLst/>
                <a:uFillTx/>
                <a:latin typeface="Arial"/>
              </a:endParaRPr>
            </a:p>
          </p:txBody>
        </p:sp>
        <p:sp>
          <p:nvSpPr>
            <p:cNvPr id="84" name="Rectangle 11"/>
            <p:cNvSpPr/>
            <p:nvPr/>
          </p:nvSpPr>
          <p:spPr>
            <a:xfrm>
              <a:off x="1752480" y="3268440"/>
              <a:ext cx="980280" cy="522360"/>
            </a:xfrm>
            <a:prstGeom prst="rect">
              <a:avLst/>
            </a:prstGeom>
            <a:solidFill>
              <a:srgbClr val="a7c947">
                <a:alpha val="20000"/>
              </a:srgbClr>
            </a:solidFill>
            <a:ln>
              <a:solidFill>
                <a:srgbClr val="0000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lang="sv-SE" sz="1400" b="0" u="none" strike="noStrike">
                  <a:solidFill>
                    <a:schemeClr val="dk1"/>
                  </a:solidFill>
                  <a:effectLst/>
                  <a:uFillTx/>
                  <a:latin typeface="Arial"/>
                </a:rPr>
                <a:t>Study design</a:t>
              </a:r>
              <a:endParaRPr lang="en-US" sz="1400" b="0" u="none" strike="noStrike">
                <a:solidFill>
                  <a:srgbClr val="000000"/>
                </a:solidFill>
                <a:effectLst/>
                <a:uFillTx/>
                <a:latin typeface="Arial"/>
              </a:endParaRPr>
            </a:p>
          </p:txBody>
        </p:sp>
      </p:grpSp>
      <p:grpSp>
        <p:nvGrpSpPr>
          <p:cNvPr id="85" name="Group 23"/>
          <p:cNvGrpSpPr/>
          <p:nvPr/>
        </p:nvGrpSpPr>
        <p:grpSpPr>
          <a:xfrm>
            <a:off x="5280840" y="2251440"/>
            <a:ext cx="4637880" cy="651600"/>
            <a:chOff x="5280840" y="2251440"/>
            <a:chExt cx="4637880" cy="651600"/>
          </a:xfrm>
        </p:grpSpPr>
        <p:sp>
          <p:nvSpPr>
            <p:cNvPr id="86" name="Right Brace 8"/>
            <p:cNvSpPr/>
            <p:nvPr/>
          </p:nvSpPr>
          <p:spPr>
            <a:xfrm rot="16200000">
              <a:off x="7450200" y="434520"/>
              <a:ext cx="299160" cy="4637880"/>
            </a:xfrm>
            <a:prstGeom prst="rightBrace">
              <a:avLst>
                <a:gd name="adj1" fmla="val 50222"/>
                <a:gd name="adj2" fmla="val 50000"/>
              </a:avLst>
            </a:prstGeom>
            <a:noFill/>
            <a:ln>
              <a:solidFill>
                <a:srgbClr val="000000"/>
              </a:solidFill>
            </a:ln>
          </p:spPr>
          <p:style>
            <a:lnRef idx="2">
              <a:schemeClr val="accent1"/>
            </a:lnRef>
            <a:fillRef idx="0">
              <a:schemeClr val="accent1"/>
            </a:fillRef>
            <a:effectRef idx="1">
              <a:schemeClr val="accent1"/>
            </a:effectRef>
            <a:fontRef idx="minor"/>
          </p:style>
          <p:txBody>
            <a:bodyPr lIns="90000" rIns="90000" tIns="45000" bIns="45000" anchor="ctr">
              <a:noAutofit/>
            </a:bodyPr>
            <a:p>
              <a:pPr algn="ctr" defTabSz="914400">
                <a:lnSpc>
                  <a:spcPct val="100000"/>
                </a:lnSpc>
              </a:pPr>
              <a:endParaRPr lang="sv-SE" sz="1800" b="0" u="none" strike="noStrike">
                <a:solidFill>
                  <a:schemeClr val="dk1"/>
                </a:solidFill>
                <a:effectLst/>
                <a:uFillTx/>
                <a:latin typeface="Calibri"/>
              </a:endParaRPr>
            </a:p>
          </p:txBody>
        </p:sp>
        <p:pic>
          <p:nvPicPr>
            <p:cNvPr id="87" name="Picture 16"/>
            <p:cNvPicPr/>
            <p:nvPr/>
          </p:nvPicPr>
          <p:blipFill>
            <a:blip r:embed="rId1"/>
            <a:stretch/>
          </p:blipFill>
          <p:spPr>
            <a:xfrm>
              <a:off x="7192800" y="2251440"/>
              <a:ext cx="814320" cy="299160"/>
            </a:xfrm>
            <a:prstGeom prst="rect">
              <a:avLst/>
            </a:prstGeom>
            <a:noFill/>
            <a:ln w="0">
              <a:noFill/>
            </a:ln>
          </p:spPr>
        </p:pic>
      </p:grpSp>
      <p:grpSp>
        <p:nvGrpSpPr>
          <p:cNvPr id="88" name="Group 22"/>
          <p:cNvGrpSpPr/>
          <p:nvPr/>
        </p:nvGrpSpPr>
        <p:grpSpPr>
          <a:xfrm>
            <a:off x="1775160" y="2251440"/>
            <a:ext cx="935640" cy="688320"/>
            <a:chOff x="1775160" y="2251440"/>
            <a:chExt cx="935640" cy="688320"/>
          </a:xfrm>
        </p:grpSpPr>
        <p:sp>
          <p:nvSpPr>
            <p:cNvPr id="89" name="Right Brace 17"/>
            <p:cNvSpPr/>
            <p:nvPr/>
          </p:nvSpPr>
          <p:spPr>
            <a:xfrm rot="16200000">
              <a:off x="2077920" y="2306880"/>
              <a:ext cx="330120" cy="935640"/>
            </a:xfrm>
            <a:prstGeom prst="rightBrace">
              <a:avLst>
                <a:gd name="adj1" fmla="val 50222"/>
                <a:gd name="adj2" fmla="val 50000"/>
              </a:avLst>
            </a:prstGeom>
            <a:noFill/>
            <a:ln>
              <a:solidFill>
                <a:srgbClr val="000000"/>
              </a:solidFill>
            </a:ln>
          </p:spPr>
          <p:style>
            <a:lnRef idx="2">
              <a:schemeClr val="accent1"/>
            </a:lnRef>
            <a:fillRef idx="0">
              <a:schemeClr val="accent1"/>
            </a:fillRef>
            <a:effectRef idx="1">
              <a:schemeClr val="accent1"/>
            </a:effectRef>
            <a:fontRef idx="minor"/>
          </p:style>
          <p:txBody>
            <a:bodyPr lIns="90000" rIns="90000" tIns="45000" bIns="45000" anchor="ctr">
              <a:noAutofit/>
            </a:bodyPr>
            <a:p>
              <a:pPr algn="ctr" defTabSz="914400">
                <a:lnSpc>
                  <a:spcPct val="100000"/>
                </a:lnSpc>
              </a:pPr>
              <a:endParaRPr lang="sv-SE" sz="1800" b="0" u="none" strike="noStrike">
                <a:solidFill>
                  <a:schemeClr val="dk1"/>
                </a:solidFill>
                <a:effectLst/>
                <a:uFillTx/>
                <a:latin typeface="Calibri"/>
              </a:endParaRPr>
            </a:p>
          </p:txBody>
        </p:sp>
        <p:pic>
          <p:nvPicPr>
            <p:cNvPr id="90" name="Picture 18"/>
            <p:cNvPicPr/>
            <p:nvPr/>
          </p:nvPicPr>
          <p:blipFill>
            <a:blip r:embed="rId2"/>
            <a:stretch/>
          </p:blipFill>
          <p:spPr>
            <a:xfrm>
              <a:off x="1829880" y="2251440"/>
              <a:ext cx="814320" cy="299160"/>
            </a:xfrm>
            <a:prstGeom prst="rect">
              <a:avLst/>
            </a:prstGeom>
            <a:noFill/>
            <a:ln w="0">
              <a:noFill/>
            </a:ln>
          </p:spPr>
        </p:pic>
      </p:grpSp>
      <p:sp>
        <p:nvSpPr>
          <p:cNvPr id="91" name="Right Brace 7"/>
          <p:cNvSpPr/>
          <p:nvPr/>
        </p:nvSpPr>
        <p:spPr>
          <a:xfrm rot="5400000">
            <a:off x="3347640" y="2530800"/>
            <a:ext cx="330120" cy="3535920"/>
          </a:xfrm>
          <a:prstGeom prst="rightBrace">
            <a:avLst>
              <a:gd name="adj1" fmla="val 50222"/>
              <a:gd name="adj2" fmla="val 50000"/>
            </a:avLst>
          </a:prstGeom>
          <a:noFill/>
          <a:ln>
            <a:solidFill>
              <a:srgbClr val="000000"/>
            </a:solidFill>
          </a:ln>
        </p:spPr>
        <p:style>
          <a:lnRef idx="2">
            <a:schemeClr val="accent1"/>
          </a:lnRef>
          <a:fillRef idx="0">
            <a:schemeClr val="accent1"/>
          </a:fillRef>
          <a:effectRef idx="1">
            <a:schemeClr val="accent1"/>
          </a:effectRef>
          <a:fontRef idx="minor"/>
        </p:style>
        <p:txBody>
          <a:bodyPr lIns="90000" rIns="90000" tIns="45000" bIns="45000" anchor="ctr">
            <a:noAutofit/>
          </a:bodyPr>
          <a:p>
            <a:pPr algn="ctr" defTabSz="914400">
              <a:lnSpc>
                <a:spcPct val="100000"/>
              </a:lnSpc>
            </a:pPr>
            <a:endParaRPr lang="sv-SE" sz="1800" b="0" u="none" strike="noStrike">
              <a:solidFill>
                <a:schemeClr val="dk1"/>
              </a:solidFill>
              <a:effectLst/>
              <a:uFillTx/>
              <a:latin typeface="Calibri"/>
            </a:endParaRPr>
          </a:p>
        </p:txBody>
      </p:sp>
      <p:pic>
        <p:nvPicPr>
          <p:cNvPr id="92" name="Bild 10"/>
          <p:cNvPicPr/>
          <p:nvPr/>
        </p:nvPicPr>
        <p:blipFill>
          <a:blip r:embed="rId3">
            <a:extLst>
              <a:ext uri="{96DAC541-7B7A-43D3-8B79-37D633B846F1}">
                <asvg:svgBlip xmlns:asvg="http://schemas.microsoft.com/office/drawing/2016/SVG/main" r:embed="rId4"/>
              </a:ext>
            </a:extLst>
          </a:blip>
          <a:stretch/>
        </p:blipFill>
        <p:spPr>
          <a:xfrm>
            <a:off x="2197440" y="4534560"/>
            <a:ext cx="2626560" cy="836280"/>
          </a:xfrm>
          <a:prstGeom prst="rect">
            <a:avLst/>
          </a:prstGeom>
          <a:noFill/>
          <a:ln w="0">
            <a:noFill/>
          </a:ln>
        </p:spPr>
      </p:pic>
    </p:spTree>
  </p:cSld>
  <mc:AlternateContent>
    <mc:Choice Requires="p14">
      <p:transition spd="slow" p14:dur="2000"/>
    </mc:Choice>
    <mc:Fallback>
      <p:transition spd="slow"/>
    </mc:Fallback>
  </mc:AlternateContent>
  <p:timing>
    <p:tnLst>
      <p:par>
        <p:cTn id="13" dur="indefinite" restart="never" nodeType="tmRoot">
          <p:childTnLst>
            <p:seq>
              <p:cTn id="14" dur="indefinite" nodeType="mainSeq">
                <p:childTnLst>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8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431280" y="321480"/>
            <a:ext cx="11327400" cy="543600"/>
          </a:xfrm>
          <a:prstGeom prst="rect">
            <a:avLst/>
          </a:prstGeom>
          <a:noFill/>
          <a:ln w="0">
            <a:noFill/>
          </a:ln>
        </p:spPr>
        <p:txBody>
          <a:bodyPr lIns="91440" rIns="91440" tIns="45720" bIns="46800" anchor="ctr">
            <a:normAutofit fontScale="85000" lnSpcReduction="9999"/>
          </a:bodyPr>
          <a:p>
            <a:pPr indent="0" algn="ctr" defTabSz="914400">
              <a:lnSpc>
                <a:spcPct val="90000"/>
              </a:lnSpc>
              <a:buNone/>
              <a:tabLst>
                <a:tab algn="l" pos="0"/>
              </a:tabLst>
            </a:pPr>
            <a:r>
              <a:rPr lang="en-GB" sz="4000" b="1" u="none" strike="noStrike">
                <a:solidFill>
                  <a:schemeClr val="lt2">
                    <a:lumMod val="10000"/>
                  </a:schemeClr>
                </a:solidFill>
                <a:effectLst/>
                <a:uFillTx/>
                <a:latin typeface="Arial"/>
              </a:rPr>
              <a:t>Workshop organizers </a:t>
            </a:r>
            <a:endParaRPr lang="en-US" sz="4000" b="0" u="none" strike="noStrike">
              <a:solidFill>
                <a:srgbClr val="000000"/>
              </a:solidFill>
              <a:effectLst/>
              <a:uFillTx/>
              <a:latin typeface="Arial"/>
            </a:endParaRPr>
          </a:p>
        </p:txBody>
      </p:sp>
      <p:sp>
        <p:nvSpPr>
          <p:cNvPr id="94" name="textruta 5"/>
          <p:cNvSpPr/>
          <p:nvPr/>
        </p:nvSpPr>
        <p:spPr>
          <a:xfrm>
            <a:off x="2077200" y="5277240"/>
            <a:ext cx="139896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lang="en-GB" sz="1800" b="0" u="none" strike="noStrike">
                <a:solidFill>
                  <a:schemeClr val="dk1"/>
                </a:solidFill>
                <a:effectLst/>
                <a:uFillTx/>
                <a:latin typeface="Arial"/>
              </a:rPr>
              <a:t>Roy Francis</a:t>
            </a:r>
            <a:endParaRPr lang="en-US" sz="1800" b="0" u="none" strike="noStrike">
              <a:solidFill>
                <a:srgbClr val="000000"/>
              </a:solidFill>
              <a:effectLst/>
              <a:uFillTx/>
              <a:latin typeface="Arial"/>
            </a:endParaRPr>
          </a:p>
        </p:txBody>
      </p:sp>
      <p:sp>
        <p:nvSpPr>
          <p:cNvPr id="95" name="textruta 6"/>
          <p:cNvSpPr/>
          <p:nvPr/>
        </p:nvSpPr>
        <p:spPr>
          <a:xfrm>
            <a:off x="5276880" y="5277240"/>
            <a:ext cx="200844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lang="en-GB" sz="1800" b="0" u="none" strike="noStrike">
                <a:solidFill>
                  <a:schemeClr val="dk1"/>
                </a:solidFill>
                <a:effectLst/>
                <a:uFillTx/>
                <a:latin typeface="Arial"/>
              </a:rPr>
              <a:t>Diana Ekman</a:t>
            </a:r>
            <a:r>
              <a:rPr lang="en-GB" sz="1800" b="0" u="none" strike="noStrike">
                <a:solidFill>
                  <a:schemeClr val="dk1"/>
                </a:solidFill>
                <a:effectLst/>
                <a:uFillTx/>
                <a:latin typeface="Arial"/>
              </a:rPr>
              <a:t>	</a:t>
            </a:r>
            <a:endParaRPr lang="en-US" sz="1800" b="0" u="none" strike="noStrike">
              <a:solidFill>
                <a:srgbClr val="000000"/>
              </a:solidFill>
              <a:effectLst/>
              <a:uFillTx/>
              <a:latin typeface="Arial"/>
            </a:endParaRPr>
          </a:p>
        </p:txBody>
      </p:sp>
      <p:sp>
        <p:nvSpPr>
          <p:cNvPr id="96" name="textruta 7"/>
          <p:cNvSpPr/>
          <p:nvPr/>
        </p:nvSpPr>
        <p:spPr>
          <a:xfrm>
            <a:off x="8500320" y="5277240"/>
            <a:ext cx="1475640" cy="3639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lang="en-GB" sz="1800" b="0" u="none" strike="noStrike">
                <a:solidFill>
                  <a:schemeClr val="dk1"/>
                </a:solidFill>
                <a:effectLst/>
                <a:uFillTx/>
                <a:latin typeface="Arial"/>
              </a:rPr>
              <a:t>Martin Dahlö</a:t>
            </a:r>
            <a:endParaRPr lang="en-US" sz="1800" b="0" u="none" strike="noStrike">
              <a:solidFill>
                <a:srgbClr val="000000"/>
              </a:solidFill>
              <a:effectLst/>
              <a:uFillTx/>
              <a:latin typeface="Arial"/>
            </a:endParaRPr>
          </a:p>
        </p:txBody>
      </p:sp>
      <p:pic>
        <p:nvPicPr>
          <p:cNvPr id="97" name="Content Placeholder 9"/>
          <p:cNvPicPr/>
          <p:nvPr/>
        </p:nvPicPr>
        <p:blipFill>
          <a:blip r:embed="rId1"/>
          <a:stretch/>
        </p:blipFill>
        <p:spPr>
          <a:xfrm>
            <a:off x="1422360" y="2170080"/>
            <a:ext cx="2715480" cy="2715480"/>
          </a:xfrm>
          <a:prstGeom prst="rect">
            <a:avLst/>
          </a:prstGeom>
          <a:noFill/>
          <a:ln w="0">
            <a:noFill/>
          </a:ln>
        </p:spPr>
      </p:pic>
      <p:pic>
        <p:nvPicPr>
          <p:cNvPr id="98" name=""/>
          <p:cNvPicPr/>
          <p:nvPr/>
        </p:nvPicPr>
        <p:blipFill>
          <a:blip r:embed="rId2"/>
          <a:stretch/>
        </p:blipFill>
        <p:spPr>
          <a:xfrm>
            <a:off x="7900920" y="2214000"/>
            <a:ext cx="2612880" cy="2612880"/>
          </a:xfrm>
          <a:prstGeom prst="rect">
            <a:avLst/>
          </a:prstGeom>
          <a:noFill/>
          <a:ln w="0">
            <a:noFill/>
          </a:ln>
        </p:spPr>
      </p:pic>
      <p:pic>
        <p:nvPicPr>
          <p:cNvPr id="99" name=""/>
          <p:cNvPicPr/>
          <p:nvPr/>
        </p:nvPicPr>
        <p:blipFill>
          <a:blip r:embed="rId3"/>
          <a:stretch/>
        </p:blipFill>
        <p:spPr>
          <a:xfrm>
            <a:off x="4800600" y="2286000"/>
            <a:ext cx="2415600" cy="251388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p:nvPr>
        </p:nvSpPr>
        <p:spPr>
          <a:xfrm>
            <a:off x="431280" y="1068120"/>
            <a:ext cx="11327400" cy="5100480"/>
          </a:xfrm>
          <a:prstGeom prst="rect">
            <a:avLst/>
          </a:prstGeom>
          <a:noFill/>
          <a:ln w="0">
            <a:noFill/>
          </a:ln>
        </p:spPr>
        <p:txBody>
          <a:bodyPr lIns="91440" rIns="91440" tIns="45720" bIns="45720" anchor="t">
            <a:normAutofit/>
          </a:bodyPr>
          <a:p>
            <a:pPr marL="343080" indent="-343080" defTabSz="914400">
              <a:lnSpc>
                <a:spcPct val="90000"/>
              </a:lnSpc>
              <a:spcBef>
                <a:spcPts val="1001"/>
              </a:spcBef>
              <a:buClr>
                <a:srgbClr val="181717"/>
              </a:buClr>
              <a:buFont typeface="Arial"/>
              <a:buChar char="•"/>
            </a:pPr>
            <a:r>
              <a:rPr lang="en-SE" sz="2400" b="0" u="none" strike="noStrike">
                <a:solidFill>
                  <a:srgbClr val="000000"/>
                </a:solidFill>
                <a:effectLst/>
                <a:uFillTx/>
                <a:latin typeface="Arial"/>
              </a:rPr>
              <a:t>Lunch ~12:00 every day</a:t>
            </a:r>
            <a:endParaRPr lang="en-US" sz="2400" b="0" u="none" strike="noStrike">
              <a:solidFill>
                <a:srgbClr val="000000"/>
              </a:solidFill>
              <a:effectLst/>
              <a:uFillTx/>
              <a:latin typeface="Arial"/>
            </a:endParaRPr>
          </a:p>
          <a:p>
            <a:pPr marL="343080" indent="-343080" defTabSz="914400">
              <a:lnSpc>
                <a:spcPct val="90000"/>
              </a:lnSpc>
              <a:spcBef>
                <a:spcPts val="1001"/>
              </a:spcBef>
              <a:buClr>
                <a:srgbClr val="181717"/>
              </a:buClr>
              <a:buFont typeface="Arial"/>
              <a:buChar char="•"/>
            </a:pPr>
            <a:r>
              <a:rPr lang="en-SE" sz="2400" b="0" u="none" strike="noStrike">
                <a:solidFill>
                  <a:srgbClr val="000000"/>
                </a:solidFill>
                <a:effectLst/>
                <a:uFillTx/>
                <a:latin typeface="Arial"/>
              </a:rPr>
              <a:t>Coffee breaks in the morning and afternoon (exact times decided per day)</a:t>
            </a:r>
            <a:endParaRPr lang="en-US" sz="2400" b="0" u="none" strike="noStrike">
              <a:solidFill>
                <a:srgbClr val="000000"/>
              </a:solidFill>
              <a:effectLst/>
              <a:uFillTx/>
              <a:latin typeface="Arial"/>
            </a:endParaRPr>
          </a:p>
          <a:p>
            <a:pPr marL="343080" indent="-343080" defTabSz="914400">
              <a:lnSpc>
                <a:spcPct val="90000"/>
              </a:lnSpc>
              <a:spcBef>
                <a:spcPts val="1001"/>
              </a:spcBef>
              <a:buClr>
                <a:srgbClr val="181717"/>
              </a:buClr>
              <a:buFont typeface="Arial"/>
              <a:buChar char="•"/>
            </a:pPr>
            <a:r>
              <a:rPr lang="en-SE" sz="2400" b="0" u="none" strike="noStrike">
                <a:solidFill>
                  <a:srgbClr val="000000"/>
                </a:solidFill>
                <a:effectLst/>
                <a:uFillTx/>
                <a:latin typeface="Arial"/>
              </a:rPr>
              <a:t>Times in schedule may be adjusted slightly depending on breaks. Start time in the morning and after lunch is “fixed”.</a:t>
            </a:r>
            <a:endParaRPr lang="en-US" sz="2400" b="0" u="none" strike="noStrike">
              <a:solidFill>
                <a:srgbClr val="000000"/>
              </a:solidFill>
              <a:effectLst/>
              <a:uFillTx/>
              <a:latin typeface="Arial"/>
            </a:endParaRPr>
          </a:p>
          <a:p>
            <a:pPr marL="343080" indent="-343080" defTabSz="914400">
              <a:lnSpc>
                <a:spcPct val="90000"/>
              </a:lnSpc>
              <a:spcBef>
                <a:spcPts val="1001"/>
              </a:spcBef>
              <a:buClr>
                <a:srgbClr val="181717"/>
              </a:buClr>
              <a:buFont typeface="Arial"/>
              <a:buChar char="•"/>
            </a:pPr>
            <a:r>
              <a:rPr lang="en-SE" sz="2400" b="0" u="none" strike="noStrike">
                <a:solidFill>
                  <a:srgbClr val="000000"/>
                </a:solidFill>
                <a:effectLst/>
                <a:uFillTx/>
                <a:latin typeface="Arial"/>
              </a:rPr>
              <a:t>Lectures in the main zoom room</a:t>
            </a:r>
            <a:endParaRPr lang="en-US" sz="2400" b="0" u="none" strike="noStrike">
              <a:solidFill>
                <a:srgbClr val="000000"/>
              </a:solidFill>
              <a:effectLst/>
              <a:uFillTx/>
              <a:latin typeface="Arial"/>
            </a:endParaRPr>
          </a:p>
          <a:p>
            <a:pPr marL="343080" indent="-343080" defTabSz="914400">
              <a:lnSpc>
                <a:spcPct val="90000"/>
              </a:lnSpc>
              <a:spcBef>
                <a:spcPts val="1001"/>
              </a:spcBef>
              <a:buClr>
                <a:srgbClr val="181717"/>
              </a:buClr>
              <a:buFont typeface="Arial"/>
              <a:buChar char="•"/>
            </a:pPr>
            <a:r>
              <a:rPr lang="en-SE" sz="2400" b="0" u="none" strike="noStrike">
                <a:solidFill>
                  <a:srgbClr val="000000"/>
                </a:solidFill>
                <a:effectLst/>
                <a:uFillTx/>
                <a:latin typeface="Arial"/>
              </a:rPr>
              <a:t>Labs in breakout rooms</a:t>
            </a:r>
            <a:endParaRPr lang="en-US" sz="2400" b="0" u="none" strike="noStrike">
              <a:solidFill>
                <a:srgbClr val="000000"/>
              </a:solidFill>
              <a:effectLst/>
              <a:uFillTx/>
              <a:latin typeface="Arial"/>
            </a:endParaRPr>
          </a:p>
          <a:p>
            <a:pPr marL="343080" indent="-343080" defTabSz="914400">
              <a:lnSpc>
                <a:spcPct val="90000"/>
              </a:lnSpc>
              <a:spcBef>
                <a:spcPts val="1001"/>
              </a:spcBef>
              <a:buClr>
                <a:srgbClr val="181717"/>
              </a:buClr>
              <a:buFont typeface="Arial"/>
              <a:buChar char="•"/>
            </a:pPr>
            <a:r>
              <a:rPr lang="en-SE" sz="2400" b="0" u="none" strike="noStrike">
                <a:solidFill>
                  <a:srgbClr val="000000"/>
                </a:solidFill>
                <a:effectLst/>
                <a:uFillTx/>
                <a:latin typeface="Arial"/>
              </a:rPr>
              <a:t>Please have cameras on</a:t>
            </a:r>
            <a:endParaRPr lang="en-US" sz="2400" b="0" u="none" strike="noStrike">
              <a:solidFill>
                <a:srgbClr val="000000"/>
              </a:solidFill>
              <a:effectLst/>
              <a:uFillTx/>
              <a:latin typeface="Arial"/>
            </a:endParaRPr>
          </a:p>
        </p:txBody>
      </p:sp>
      <p:sp>
        <p:nvSpPr>
          <p:cNvPr id="101" name="PlaceHolder 2"/>
          <p:cNvSpPr>
            <a:spLocks noGrp="1"/>
          </p:cNvSpPr>
          <p:nvPr>
            <p:ph type="title"/>
          </p:nvPr>
        </p:nvSpPr>
        <p:spPr>
          <a:xfrm>
            <a:off x="431280" y="321480"/>
            <a:ext cx="11327400" cy="543600"/>
          </a:xfrm>
          <a:prstGeom prst="rect">
            <a:avLst/>
          </a:prstGeom>
          <a:noFill/>
          <a:ln w="0">
            <a:noFill/>
          </a:ln>
        </p:spPr>
        <p:txBody>
          <a:bodyPr lIns="91440" rIns="91440" tIns="45720" bIns="46800" anchor="ctr">
            <a:normAutofit fontScale="85000" lnSpcReduction="9999"/>
          </a:bodyPr>
          <a:p>
            <a:pPr indent="0" algn="ctr" defTabSz="914400">
              <a:lnSpc>
                <a:spcPct val="90000"/>
              </a:lnSpc>
              <a:buNone/>
              <a:tabLst>
                <a:tab algn="l" pos="0"/>
              </a:tabLst>
            </a:pPr>
            <a:r>
              <a:rPr lang="en-SE" sz="4000" b="1" u="none" strike="noStrike">
                <a:solidFill>
                  <a:schemeClr val="lt2">
                    <a:lumMod val="10000"/>
                  </a:schemeClr>
                </a:solidFill>
                <a:effectLst/>
                <a:uFillTx/>
                <a:latin typeface="Arial"/>
              </a:rPr>
              <a:t>Practical information</a:t>
            </a:r>
            <a:endParaRPr lang="en-US" sz="4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p:nvPr>
        </p:nvSpPr>
        <p:spPr>
          <a:xfrm>
            <a:off x="457200" y="1127880"/>
            <a:ext cx="9121320" cy="2990160"/>
          </a:xfrm>
          <a:prstGeom prst="rect">
            <a:avLst/>
          </a:prstGeom>
          <a:noFill/>
          <a:ln w="0">
            <a:noFill/>
          </a:ln>
        </p:spPr>
        <p:txBody>
          <a:bodyPr lIns="91440" rIns="91440" tIns="45720" bIns="45720" anchor="t">
            <a:noAutofit/>
          </a:bodyPr>
          <a:p>
            <a:pPr marL="343080" indent="-343080" defTabSz="914400">
              <a:lnSpc>
                <a:spcPct val="90000"/>
              </a:lnSpc>
              <a:spcBef>
                <a:spcPts val="1001"/>
              </a:spcBef>
              <a:buClr>
                <a:srgbClr val="181717"/>
              </a:buClr>
              <a:buFont typeface="Arial"/>
              <a:buChar char="•"/>
            </a:pPr>
            <a:r>
              <a:rPr lang="en-GB" sz="2400" b="0" u="none" strike="noStrike">
                <a:solidFill>
                  <a:schemeClr val="lt2">
                    <a:lumMod val="10000"/>
                  </a:schemeClr>
                </a:solidFill>
                <a:effectLst/>
                <a:uFillTx/>
                <a:latin typeface="Arial"/>
              </a:rPr>
              <a:t>Instructions available in </a:t>
            </a:r>
            <a:r>
              <a:rPr lang="en-GB" sz="2400" b="0" u="none" strike="noStrike">
                <a:solidFill>
                  <a:schemeClr val="lt2">
                    <a:lumMod val="10000"/>
                  </a:schemeClr>
                </a:solidFill>
                <a:effectLst/>
                <a:uFillTx/>
                <a:latin typeface="Arial"/>
                <a:hlinkClick r:id="rId1"/>
              </a:rPr>
              <a:t>Canvas</a:t>
            </a:r>
            <a:r>
              <a:rPr lang="en-GB" sz="2400" b="0" u="none" strike="noStrike">
                <a:solidFill>
                  <a:schemeClr val="lt2">
                    <a:lumMod val="10000"/>
                  </a:schemeClr>
                </a:solidFill>
                <a:effectLst/>
                <a:uFillTx/>
                <a:latin typeface="Arial"/>
              </a:rPr>
              <a:t>:</a:t>
            </a:r>
            <a:endParaRPr lang="en-US" sz="2400" b="0" u="none" strike="noStrike">
              <a:solidFill>
                <a:srgbClr val="000000"/>
              </a:solidFill>
              <a:effectLst/>
              <a:uFillTx/>
              <a:latin typeface="Arial"/>
            </a:endParaRPr>
          </a:p>
          <a:p>
            <a:pPr marL="800280" lvl="1" indent="-343080" defTabSz="914400">
              <a:lnSpc>
                <a:spcPct val="90000"/>
              </a:lnSpc>
              <a:spcBef>
                <a:spcPts val="499"/>
              </a:spcBef>
              <a:buClr>
                <a:srgbClr val="181717"/>
              </a:buClr>
              <a:buFont typeface="Arial"/>
              <a:buChar char="•"/>
            </a:pPr>
            <a:r>
              <a:rPr lang="en-GB" sz="2400" b="0" u="none" strike="noStrike">
                <a:solidFill>
                  <a:srgbClr val="045b63"/>
                </a:solidFill>
                <a:effectLst/>
                <a:uFillTx/>
                <a:latin typeface="Arial"/>
                <a:hlinkClick r:id="rId2"/>
              </a:rPr>
              <a:t>https://nbisweden.github.io/workshop-ngsintro/2603/</a:t>
            </a:r>
            <a:r>
              <a:rPr lang="en-GB" sz="2400" b="0" u="none" strike="noStrike">
                <a:solidFill>
                  <a:srgbClr val="000000"/>
                </a:solidFill>
                <a:effectLst/>
                <a:uFillTx/>
                <a:latin typeface="Arial"/>
              </a:rPr>
              <a:t> </a:t>
            </a:r>
            <a:endParaRPr lang="en-US" sz="2400" b="0" u="none" strike="noStrike">
              <a:solidFill>
                <a:srgbClr val="000000"/>
              </a:solidFill>
              <a:effectLst/>
              <a:uFillTx/>
              <a:latin typeface="Arial"/>
            </a:endParaRPr>
          </a:p>
          <a:p>
            <a:pPr marL="800280" lvl="1" indent="-343080" defTabSz="914400">
              <a:lnSpc>
                <a:spcPct val="90000"/>
              </a:lnSpc>
              <a:spcBef>
                <a:spcPts val="499"/>
              </a:spcBef>
              <a:buClr>
                <a:srgbClr val="181717"/>
              </a:buClr>
              <a:buFont typeface="Arial"/>
              <a:buChar char="•"/>
            </a:pPr>
            <a:r>
              <a:rPr lang="en-GB" sz="2400" b="0" u="none" strike="noStrike">
                <a:solidFill>
                  <a:schemeClr val="lt2">
                    <a:lumMod val="10000"/>
                  </a:schemeClr>
                </a:solidFill>
                <a:effectLst/>
                <a:uFillTx/>
                <a:latin typeface="Arial"/>
              </a:rPr>
              <a:t>All material linked from Schedule</a:t>
            </a:r>
            <a:endParaRPr lang="en-US" sz="2400" b="0" u="none" strike="noStrike">
              <a:solidFill>
                <a:srgbClr val="000000"/>
              </a:solidFill>
              <a:effectLst/>
              <a:uFillTx/>
              <a:latin typeface="Arial"/>
            </a:endParaRPr>
          </a:p>
          <a:p>
            <a:pPr marL="343080" indent="-343080" defTabSz="914400">
              <a:lnSpc>
                <a:spcPct val="90000"/>
              </a:lnSpc>
              <a:spcBef>
                <a:spcPts val="1001"/>
              </a:spcBef>
              <a:buClr>
                <a:srgbClr val="181717"/>
              </a:buClr>
              <a:buFont typeface="Arial"/>
              <a:buChar char="•"/>
            </a:pPr>
            <a:r>
              <a:rPr lang="en-GB" sz="2400" b="0" u="none" strike="noStrike">
                <a:solidFill>
                  <a:schemeClr val="lt2">
                    <a:lumMod val="10000"/>
                  </a:schemeClr>
                </a:solidFill>
                <a:effectLst/>
                <a:uFillTx/>
                <a:latin typeface="Arial"/>
              </a:rPr>
              <a:t>Work in breakout rooms</a:t>
            </a:r>
            <a:endParaRPr lang="en-US" sz="2400" b="0" u="none" strike="noStrike">
              <a:solidFill>
                <a:srgbClr val="000000"/>
              </a:solidFill>
              <a:effectLst/>
              <a:uFillTx/>
              <a:latin typeface="Arial"/>
            </a:endParaRPr>
          </a:p>
          <a:p>
            <a:pPr marL="343080" indent="-343080" defTabSz="914400">
              <a:lnSpc>
                <a:spcPct val="90000"/>
              </a:lnSpc>
              <a:spcBef>
                <a:spcPts val="1001"/>
              </a:spcBef>
              <a:buClr>
                <a:srgbClr val="181717"/>
              </a:buClr>
              <a:buFont typeface="Arial"/>
              <a:buChar char="•"/>
            </a:pPr>
            <a:r>
              <a:rPr lang="en-GB" sz="2400" b="0" u="none" strike="noStrike">
                <a:solidFill>
                  <a:schemeClr val="lt2">
                    <a:lumMod val="10000"/>
                  </a:schemeClr>
                </a:solidFill>
                <a:effectLst/>
                <a:uFillTx/>
                <a:latin typeface="Arial"/>
              </a:rPr>
              <a:t>Four persons in each room</a:t>
            </a:r>
            <a:endParaRPr lang="en-US" sz="2400" b="0" u="none" strike="noStrike">
              <a:solidFill>
                <a:srgbClr val="000000"/>
              </a:solidFill>
              <a:effectLst/>
              <a:uFillTx/>
              <a:latin typeface="Arial"/>
            </a:endParaRPr>
          </a:p>
          <a:p>
            <a:pPr marL="343080" indent="-343080" defTabSz="914400">
              <a:lnSpc>
                <a:spcPct val="90000"/>
              </a:lnSpc>
              <a:spcBef>
                <a:spcPts val="1001"/>
              </a:spcBef>
              <a:buClr>
                <a:srgbClr val="181717"/>
              </a:buClr>
              <a:buFont typeface="Arial"/>
              <a:buChar char="•"/>
            </a:pPr>
            <a:r>
              <a:rPr lang="en-GB" sz="2400" b="0" u="none" strike="noStrike">
                <a:solidFill>
                  <a:schemeClr val="lt2">
                    <a:lumMod val="10000"/>
                  </a:schemeClr>
                </a:solidFill>
                <a:effectLst/>
                <a:uFillTx/>
                <a:latin typeface="Arial"/>
              </a:rPr>
              <a:t>Help each other in the room because it improves the learning.</a:t>
            </a:r>
            <a:endParaRPr lang="en-US" sz="2400" b="0" u="none" strike="noStrike">
              <a:solidFill>
                <a:srgbClr val="000000"/>
              </a:solidFill>
              <a:effectLst/>
              <a:uFillTx/>
              <a:latin typeface="Arial"/>
            </a:endParaRPr>
          </a:p>
          <a:p>
            <a:pPr marL="343080" indent="-343080" defTabSz="914400">
              <a:lnSpc>
                <a:spcPct val="90000"/>
              </a:lnSpc>
              <a:spcBef>
                <a:spcPts val="1001"/>
              </a:spcBef>
              <a:buClr>
                <a:srgbClr val="181717"/>
              </a:buClr>
              <a:buFont typeface="Arial"/>
              <a:buChar char="•"/>
            </a:pPr>
            <a:r>
              <a:rPr lang="en-GB" sz="2400" b="0" u="none" strike="noStrike">
                <a:solidFill>
                  <a:schemeClr val="lt2">
                    <a:lumMod val="10000"/>
                  </a:schemeClr>
                </a:solidFill>
                <a:effectLst/>
                <a:uFillTx/>
                <a:latin typeface="Arial"/>
              </a:rPr>
              <a:t>Ask TAs when you have problems!</a:t>
            </a:r>
            <a:endParaRPr lang="en-US" sz="2400" b="0" u="none" strike="noStrike">
              <a:solidFill>
                <a:srgbClr val="000000"/>
              </a:solidFill>
              <a:effectLst/>
              <a:uFillTx/>
              <a:latin typeface="Arial"/>
            </a:endParaRPr>
          </a:p>
          <a:p>
            <a:pPr marL="343080" indent="0" defTabSz="914400">
              <a:lnSpc>
                <a:spcPct val="90000"/>
              </a:lnSpc>
              <a:spcBef>
                <a:spcPts val="1001"/>
              </a:spcBef>
              <a:buNone/>
              <a:tabLst>
                <a:tab algn="l" pos="0"/>
              </a:tabLst>
            </a:pPr>
            <a:endParaRPr lang="en-US" sz="2400" b="0" u="none" strike="noStrike">
              <a:solidFill>
                <a:srgbClr val="000000"/>
              </a:solidFill>
              <a:effectLst/>
              <a:uFillTx/>
              <a:latin typeface="Arial"/>
            </a:endParaRPr>
          </a:p>
          <a:p>
            <a:pPr marL="457200" indent="0" defTabSz="914400">
              <a:lnSpc>
                <a:spcPct val="90000"/>
              </a:lnSpc>
              <a:spcBef>
                <a:spcPts val="1001"/>
              </a:spcBef>
              <a:buNone/>
              <a:tabLst>
                <a:tab algn="l" pos="0"/>
              </a:tabLst>
            </a:pPr>
            <a:endParaRPr lang="en-US" sz="2400" b="0" u="none" strike="noStrike">
              <a:solidFill>
                <a:srgbClr val="000000"/>
              </a:solidFill>
              <a:effectLst/>
              <a:uFillTx/>
              <a:latin typeface="Arial"/>
            </a:endParaRPr>
          </a:p>
          <a:p>
            <a:pPr marL="457200" indent="0" defTabSz="914400">
              <a:lnSpc>
                <a:spcPct val="90000"/>
              </a:lnSpc>
              <a:spcBef>
                <a:spcPts val="1001"/>
              </a:spcBef>
              <a:buNone/>
              <a:tabLst>
                <a:tab algn="l" pos="0"/>
              </a:tabLst>
            </a:pPr>
            <a:endParaRPr lang="en-US" sz="2400" b="0" u="none" strike="noStrike">
              <a:solidFill>
                <a:srgbClr val="000000"/>
              </a:solidFill>
              <a:effectLst/>
              <a:uFillTx/>
              <a:latin typeface="Arial"/>
            </a:endParaRPr>
          </a:p>
          <a:p>
            <a:pPr marL="457200" indent="0" defTabSz="914400">
              <a:lnSpc>
                <a:spcPct val="90000"/>
              </a:lnSpc>
              <a:spcBef>
                <a:spcPts val="1001"/>
              </a:spcBef>
              <a:buNone/>
              <a:tabLst>
                <a:tab algn="l" pos="0"/>
              </a:tabLst>
            </a:pPr>
            <a:endParaRPr lang="en-US" sz="2400" b="0" u="none" strike="noStrike">
              <a:solidFill>
                <a:srgbClr val="000000"/>
              </a:solidFill>
              <a:effectLst/>
              <a:uFillTx/>
              <a:latin typeface="Arial"/>
            </a:endParaRPr>
          </a:p>
          <a:p>
            <a:pPr marL="457200" indent="0" defTabSz="914400">
              <a:lnSpc>
                <a:spcPct val="90000"/>
              </a:lnSpc>
              <a:spcBef>
                <a:spcPts val="1001"/>
              </a:spcBef>
              <a:buNone/>
              <a:tabLst>
                <a:tab algn="l" pos="0"/>
              </a:tabLst>
            </a:pPr>
            <a:endParaRPr lang="en-US" sz="2400" b="0" u="none" strike="noStrike">
              <a:solidFill>
                <a:srgbClr val="000000"/>
              </a:solidFill>
              <a:effectLst/>
              <a:uFillTx/>
              <a:latin typeface="Arial"/>
            </a:endParaRPr>
          </a:p>
        </p:txBody>
      </p:sp>
      <p:sp>
        <p:nvSpPr>
          <p:cNvPr id="103" name="PlaceHolder 2"/>
          <p:cNvSpPr>
            <a:spLocks noGrp="1"/>
          </p:cNvSpPr>
          <p:nvPr>
            <p:ph type="title"/>
          </p:nvPr>
        </p:nvSpPr>
        <p:spPr>
          <a:xfrm>
            <a:off x="431280" y="321480"/>
            <a:ext cx="11327400" cy="543600"/>
          </a:xfrm>
          <a:prstGeom prst="rect">
            <a:avLst/>
          </a:prstGeom>
          <a:noFill/>
          <a:ln w="0">
            <a:noFill/>
          </a:ln>
        </p:spPr>
        <p:txBody>
          <a:bodyPr lIns="91440" rIns="91440" tIns="45720" bIns="46800" anchor="ctr">
            <a:normAutofit fontScale="85000" lnSpcReduction="9999"/>
          </a:bodyPr>
          <a:p>
            <a:pPr indent="0" algn="ctr" defTabSz="914400">
              <a:lnSpc>
                <a:spcPct val="90000"/>
              </a:lnSpc>
              <a:buNone/>
              <a:tabLst>
                <a:tab algn="l" pos="0"/>
              </a:tabLst>
            </a:pPr>
            <a:r>
              <a:rPr lang="en-GB" sz="4000" b="1" u="none" strike="noStrike">
                <a:solidFill>
                  <a:schemeClr val="lt2">
                    <a:lumMod val="10000"/>
                  </a:schemeClr>
                </a:solidFill>
                <a:effectLst/>
                <a:uFillTx/>
                <a:latin typeface="Arial"/>
              </a:rPr>
              <a:t>Labs</a:t>
            </a:r>
            <a:endParaRPr lang="en-US" sz="4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p:nvPr>
        </p:nvSpPr>
        <p:spPr>
          <a:xfrm>
            <a:off x="457200" y="1127880"/>
            <a:ext cx="9121320" cy="2990160"/>
          </a:xfrm>
          <a:prstGeom prst="rect">
            <a:avLst/>
          </a:prstGeom>
          <a:noFill/>
          <a:ln w="0">
            <a:noFill/>
          </a:ln>
        </p:spPr>
        <p:txBody>
          <a:bodyPr lIns="91440" rIns="91440" tIns="45720" bIns="45720" anchor="t">
            <a:noAutofit/>
          </a:bodyPr>
          <a:p>
            <a:pPr marL="343080" indent="-343080" defTabSz="914400">
              <a:lnSpc>
                <a:spcPct val="90000"/>
              </a:lnSpc>
              <a:spcBef>
                <a:spcPts val="1001"/>
              </a:spcBef>
              <a:buClr>
                <a:srgbClr val="181717"/>
              </a:buClr>
              <a:buFont typeface="Arial"/>
              <a:buChar char="•"/>
            </a:pPr>
            <a:r>
              <a:rPr lang="en-GB" sz="2400" b="0" u="none" strike="noStrike">
                <a:solidFill>
                  <a:schemeClr val="lt2">
                    <a:lumMod val="10000"/>
                  </a:schemeClr>
                </a:solidFill>
                <a:effectLst/>
                <a:uFillTx/>
                <a:latin typeface="Arial"/>
              </a:rPr>
              <a:t>Breakout rooms will be announced in slack</a:t>
            </a:r>
            <a:endParaRPr lang="en-US" sz="2400" b="0" u="none" strike="noStrike">
              <a:solidFill>
                <a:srgbClr val="000000"/>
              </a:solidFill>
              <a:effectLst/>
              <a:uFillTx/>
              <a:latin typeface="Arial"/>
            </a:endParaRPr>
          </a:p>
          <a:p>
            <a:pPr marL="343080" indent="-343080" defTabSz="914400">
              <a:lnSpc>
                <a:spcPct val="90000"/>
              </a:lnSpc>
              <a:spcBef>
                <a:spcPts val="1001"/>
              </a:spcBef>
              <a:buClr>
                <a:srgbClr val="181717"/>
              </a:buClr>
              <a:buFont typeface="Arial"/>
              <a:buChar char="•"/>
            </a:pPr>
            <a:r>
              <a:rPr lang="en-GB" sz="2400" b="0" u="none" strike="noStrike">
                <a:solidFill>
                  <a:schemeClr val="lt2">
                    <a:lumMod val="10000"/>
                  </a:schemeClr>
                </a:solidFill>
                <a:effectLst/>
                <a:uFillTx/>
                <a:latin typeface="Arial"/>
              </a:rPr>
              <a:t>Start off with short introductions in room (&lt;3 min each)</a:t>
            </a:r>
            <a:endParaRPr lang="en-US" sz="2400" b="0" u="none" strike="noStrike">
              <a:solidFill>
                <a:srgbClr val="000000"/>
              </a:solidFill>
              <a:effectLst/>
              <a:uFillTx/>
              <a:latin typeface="Arial"/>
            </a:endParaRPr>
          </a:p>
          <a:p>
            <a:pPr marL="343080" indent="-343080" defTabSz="914400">
              <a:lnSpc>
                <a:spcPct val="90000"/>
              </a:lnSpc>
              <a:spcBef>
                <a:spcPts val="1001"/>
              </a:spcBef>
              <a:buClr>
                <a:srgbClr val="181717"/>
              </a:buClr>
              <a:buFont typeface="Arial"/>
              <a:buChar char="•"/>
            </a:pPr>
            <a:r>
              <a:rPr lang="en-GB" sz="2400" b="0" u="none" strike="noStrike">
                <a:solidFill>
                  <a:schemeClr val="lt2">
                    <a:lumMod val="10000"/>
                  </a:schemeClr>
                </a:solidFill>
                <a:effectLst/>
                <a:uFillTx/>
                <a:latin typeface="Arial"/>
              </a:rPr>
              <a:t>Ask TAs when you have problems! </a:t>
            </a:r>
            <a:endParaRPr lang="en-US" sz="2400" b="0" u="none" strike="noStrike">
              <a:solidFill>
                <a:srgbClr val="000000"/>
              </a:solidFill>
              <a:effectLst/>
              <a:uFillTx/>
              <a:latin typeface="Arial"/>
            </a:endParaRPr>
          </a:p>
          <a:p>
            <a:pPr marL="343080" indent="-343080" defTabSz="914400">
              <a:lnSpc>
                <a:spcPct val="90000"/>
              </a:lnSpc>
              <a:spcBef>
                <a:spcPts val="1001"/>
              </a:spcBef>
              <a:buClr>
                <a:srgbClr val="181717"/>
              </a:buClr>
              <a:buFont typeface="Arial"/>
              <a:buChar char="•"/>
            </a:pPr>
            <a:r>
              <a:rPr lang="en-GB" sz="2400" b="0" u="none" strike="noStrike">
                <a:solidFill>
                  <a:schemeClr val="lt2">
                    <a:lumMod val="10000"/>
                  </a:schemeClr>
                </a:solidFill>
                <a:effectLst/>
                <a:uFillTx/>
                <a:latin typeface="Arial"/>
              </a:rPr>
              <a:t>Use slack channel </a:t>
            </a:r>
            <a:r>
              <a:rPr lang="en-GB" sz="2400" b="1" u="none" strike="noStrike">
                <a:solidFill>
                  <a:schemeClr val="lt2">
                    <a:lumMod val="10000"/>
                  </a:schemeClr>
                </a:solidFill>
                <a:effectLst/>
                <a:uFillTx/>
                <a:latin typeface="Arial"/>
              </a:rPr>
              <a:t>ngsintro_students</a:t>
            </a:r>
            <a:r>
              <a:rPr lang="en-GB" sz="2400" b="0" u="none" strike="noStrike">
                <a:solidFill>
                  <a:schemeClr val="lt2">
                    <a:lumMod val="10000"/>
                  </a:schemeClr>
                </a:solidFill>
                <a:effectLst/>
                <a:uFillTx/>
                <a:latin typeface="Arial"/>
              </a:rPr>
              <a:t> to ask for help: </a:t>
            </a:r>
            <a:endParaRPr lang="en-US" sz="2400" b="0" u="none" strike="noStrike">
              <a:solidFill>
                <a:srgbClr val="000000"/>
              </a:solidFill>
              <a:effectLst/>
              <a:uFillTx/>
              <a:latin typeface="Arial"/>
            </a:endParaRPr>
          </a:p>
          <a:p>
            <a:pPr marL="343080" indent="-343080" defTabSz="914400">
              <a:lnSpc>
                <a:spcPct val="90000"/>
              </a:lnSpc>
              <a:spcBef>
                <a:spcPts val="1001"/>
              </a:spcBef>
              <a:buClr>
                <a:srgbClr val="181717"/>
              </a:buClr>
              <a:buFont typeface="Arial"/>
              <a:buChar char="•"/>
            </a:pPr>
            <a:r>
              <a:rPr lang="en-GB" sz="2400" b="0" u="none" strike="noStrike">
                <a:solidFill>
                  <a:schemeClr val="lt2">
                    <a:lumMod val="10000"/>
                  </a:schemeClr>
                </a:solidFill>
                <a:effectLst/>
                <a:uFillTx/>
                <a:latin typeface="Arial"/>
              </a:rPr>
              <a:t>“Help needed in room 4”</a:t>
            </a:r>
            <a:endParaRPr lang="en-US" sz="2400" b="0" u="none" strike="noStrike">
              <a:solidFill>
                <a:srgbClr val="000000"/>
              </a:solidFill>
              <a:effectLst/>
              <a:uFillTx/>
              <a:latin typeface="Arial"/>
            </a:endParaRPr>
          </a:p>
          <a:p>
            <a:pPr marL="343080" indent="-343080" defTabSz="914400">
              <a:lnSpc>
                <a:spcPct val="90000"/>
              </a:lnSpc>
              <a:spcBef>
                <a:spcPts val="1001"/>
              </a:spcBef>
              <a:buClr>
                <a:srgbClr val="181717"/>
              </a:buClr>
              <a:buFont typeface="Arial"/>
              <a:buChar char="•"/>
            </a:pPr>
            <a:r>
              <a:rPr lang="en-GB" sz="2400" b="0" u="none" strike="noStrike">
                <a:solidFill>
                  <a:schemeClr val="lt2">
                    <a:lumMod val="10000"/>
                  </a:schemeClr>
                </a:solidFill>
                <a:effectLst/>
                <a:uFillTx/>
                <a:latin typeface="Arial"/>
                <a:hlinkClick r:id="rId1"/>
              </a:rPr>
              <a:t>https://app.slack.com/client/T02N0SD19/C01ECL65JJ0</a:t>
            </a:r>
            <a:r>
              <a:rPr lang="en-GB" sz="2400" b="0" u="none" strike="noStrike">
                <a:solidFill>
                  <a:schemeClr val="lt2">
                    <a:lumMod val="10000"/>
                  </a:schemeClr>
                </a:solidFill>
                <a:effectLst/>
                <a:uFillTx/>
                <a:latin typeface="Arial"/>
              </a:rPr>
              <a:t> </a:t>
            </a:r>
            <a:endParaRPr lang="en-US" sz="2400" b="0" u="none" strike="noStrike">
              <a:solidFill>
                <a:srgbClr val="000000"/>
              </a:solidFill>
              <a:effectLst/>
              <a:uFillTx/>
              <a:latin typeface="Arial"/>
            </a:endParaRPr>
          </a:p>
        </p:txBody>
      </p:sp>
      <p:sp>
        <p:nvSpPr>
          <p:cNvPr id="105" name="PlaceHolder 2"/>
          <p:cNvSpPr>
            <a:spLocks noGrp="1"/>
          </p:cNvSpPr>
          <p:nvPr>
            <p:ph type="title"/>
          </p:nvPr>
        </p:nvSpPr>
        <p:spPr>
          <a:xfrm>
            <a:off x="431280" y="321480"/>
            <a:ext cx="11327400" cy="543600"/>
          </a:xfrm>
          <a:prstGeom prst="rect">
            <a:avLst/>
          </a:prstGeom>
          <a:noFill/>
          <a:ln w="0">
            <a:noFill/>
          </a:ln>
        </p:spPr>
        <p:txBody>
          <a:bodyPr lIns="91440" rIns="91440" tIns="45720" bIns="46800" anchor="ctr">
            <a:normAutofit fontScale="85000" lnSpcReduction="9999"/>
          </a:bodyPr>
          <a:p>
            <a:pPr indent="0" algn="ctr" defTabSz="914400">
              <a:lnSpc>
                <a:spcPct val="90000"/>
              </a:lnSpc>
              <a:buNone/>
              <a:tabLst>
                <a:tab algn="l" pos="0"/>
              </a:tabLst>
            </a:pPr>
            <a:r>
              <a:rPr lang="en-GB" sz="4000" b="1" u="none" strike="noStrike">
                <a:solidFill>
                  <a:schemeClr val="lt2">
                    <a:lumMod val="10000"/>
                  </a:schemeClr>
                </a:solidFill>
                <a:effectLst/>
                <a:uFillTx/>
                <a:latin typeface="Arial"/>
              </a:rPr>
              <a:t>Labs</a:t>
            </a:r>
            <a:endParaRPr lang="en-US" sz="4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p:nvPr>
        </p:nvSpPr>
        <p:spPr>
          <a:xfrm>
            <a:off x="431280" y="1068120"/>
            <a:ext cx="11327400" cy="5100480"/>
          </a:xfrm>
          <a:prstGeom prst="rect">
            <a:avLst/>
          </a:prstGeom>
          <a:noFill/>
          <a:ln w="0">
            <a:noFill/>
          </a:ln>
        </p:spPr>
        <p:txBody>
          <a:bodyPr lIns="91440" rIns="91440" tIns="45720" bIns="45720" anchor="t">
            <a:normAutofit/>
          </a:bodyPr>
          <a:p>
            <a:pPr indent="0" defTabSz="914400">
              <a:lnSpc>
                <a:spcPct val="90000"/>
              </a:lnSpc>
              <a:spcBef>
                <a:spcPts val="1001"/>
              </a:spcBef>
              <a:buNone/>
              <a:tabLst>
                <a:tab algn="l" pos="0"/>
              </a:tabLst>
            </a:pPr>
            <a:r>
              <a:rPr lang="en-SE" sz="2400" b="0" u="none" strike="noStrike">
                <a:solidFill>
                  <a:schemeClr val="lt2">
                    <a:lumMod val="10000"/>
                  </a:schemeClr>
                </a:solidFill>
                <a:effectLst/>
                <a:uFillTx/>
                <a:latin typeface="Arial"/>
              </a:rPr>
              <a:t>Those that attend the full workshop will get a certificate.</a:t>
            </a:r>
            <a:endParaRPr lang="en-US" sz="2400" b="0" u="none" strike="noStrike">
              <a:solidFill>
                <a:srgbClr val="000000"/>
              </a:solidFill>
              <a:effectLst/>
              <a:uFillTx/>
              <a:latin typeface="Arial"/>
            </a:endParaRPr>
          </a:p>
          <a:p>
            <a:pPr marL="432000" lvl="1" indent="-216000" defTabSz="914400">
              <a:lnSpc>
                <a:spcPct val="90000"/>
              </a:lnSpc>
              <a:spcBef>
                <a:spcPts val="1134"/>
              </a:spcBef>
              <a:buClr>
                <a:srgbClr val="000000"/>
              </a:buClr>
              <a:buSzPct val="45000"/>
              <a:buFont typeface="Wingdings" charset="2"/>
              <a:buChar char=""/>
              <a:tabLst>
                <a:tab algn="l" pos="0"/>
              </a:tabLst>
            </a:pPr>
            <a:r>
              <a:rPr lang="en-SE" sz="2400" b="0" u="none" strike="noStrike">
                <a:solidFill>
                  <a:schemeClr val="lt2">
                    <a:lumMod val="10000"/>
                  </a:schemeClr>
                </a:solidFill>
                <a:effectLst/>
                <a:uFillTx/>
                <a:latin typeface="Arial"/>
              </a:rPr>
              <a:t>Attendence at all lectures and labs</a:t>
            </a:r>
            <a:endParaRPr lang="en-US" sz="2400" b="0" u="none" strike="noStrike">
              <a:solidFill>
                <a:srgbClr val="000000"/>
              </a:solidFill>
              <a:effectLst/>
              <a:uFillTx/>
              <a:latin typeface="Arial"/>
            </a:endParaRPr>
          </a:p>
          <a:p>
            <a:pPr marL="432000" lvl="1" indent="-216000" defTabSz="914400">
              <a:lnSpc>
                <a:spcPct val="90000"/>
              </a:lnSpc>
              <a:spcBef>
                <a:spcPts val="1134"/>
              </a:spcBef>
              <a:buClr>
                <a:srgbClr val="000000"/>
              </a:buClr>
              <a:buSzPct val="45000"/>
              <a:buFont typeface="Wingdings" charset="2"/>
              <a:buChar char=""/>
              <a:tabLst>
                <a:tab algn="l" pos="0"/>
              </a:tabLst>
            </a:pPr>
            <a:r>
              <a:rPr lang="en-SE" sz="2400" b="0" u="none" strike="noStrike">
                <a:solidFill>
                  <a:schemeClr val="lt2">
                    <a:lumMod val="10000"/>
                  </a:schemeClr>
                </a:solidFill>
                <a:effectLst/>
                <a:uFillTx/>
                <a:latin typeface="Arial"/>
              </a:rPr>
              <a:t>Labs done to the basic level</a:t>
            </a:r>
            <a:endParaRPr lang="en-US" sz="2400" b="0" u="none" strike="noStrike">
              <a:solidFill>
                <a:srgbClr val="000000"/>
              </a:solidFill>
              <a:effectLst/>
              <a:uFillTx/>
              <a:latin typeface="Arial"/>
            </a:endParaRPr>
          </a:p>
          <a:p>
            <a:pPr marL="432000" lvl="1" indent="-216000" defTabSz="914400">
              <a:lnSpc>
                <a:spcPct val="90000"/>
              </a:lnSpc>
              <a:spcBef>
                <a:spcPts val="1134"/>
              </a:spcBef>
              <a:buClr>
                <a:srgbClr val="000000"/>
              </a:buClr>
              <a:buSzPct val="45000"/>
              <a:buFont typeface="Wingdings" charset="2"/>
              <a:buChar char=""/>
              <a:tabLst>
                <a:tab algn="l" pos="0"/>
              </a:tabLst>
            </a:pPr>
            <a:r>
              <a:rPr lang="en-SE" sz="2400" b="0" u="none" strike="noStrike">
                <a:solidFill>
                  <a:schemeClr val="lt2">
                    <a:lumMod val="10000"/>
                  </a:schemeClr>
                </a:solidFill>
                <a:effectLst/>
                <a:uFillTx/>
                <a:latin typeface="Arial"/>
              </a:rPr>
              <a:t>Let us know if you need to miss a session</a:t>
            </a:r>
            <a:endParaRPr lang="en-US" sz="2400" b="0" u="none" strike="noStrike">
              <a:solidFill>
                <a:srgbClr val="000000"/>
              </a:solidFill>
              <a:effectLst/>
              <a:uFillTx/>
              <a:latin typeface="Arial"/>
            </a:endParaRPr>
          </a:p>
          <a:p>
            <a:pPr indent="0" defTabSz="914400">
              <a:lnSpc>
                <a:spcPct val="90000"/>
              </a:lnSpc>
              <a:spcBef>
                <a:spcPts val="1001"/>
              </a:spcBef>
              <a:buNone/>
              <a:tabLst>
                <a:tab algn="l" pos="0"/>
              </a:tabLst>
            </a:pPr>
            <a:endParaRPr lang="en-US" sz="2400" b="0" u="none" strike="noStrike">
              <a:solidFill>
                <a:srgbClr val="000000"/>
              </a:solidFill>
              <a:effectLst/>
              <a:uFillTx/>
              <a:latin typeface="Arial"/>
            </a:endParaRPr>
          </a:p>
          <a:p>
            <a:pPr indent="0" defTabSz="914400">
              <a:lnSpc>
                <a:spcPct val="90000"/>
              </a:lnSpc>
              <a:spcBef>
                <a:spcPts val="1001"/>
              </a:spcBef>
              <a:buNone/>
              <a:tabLst>
                <a:tab algn="l" pos="0"/>
              </a:tabLst>
            </a:pPr>
            <a:r>
              <a:rPr lang="en-SE" sz="2400" b="0" u="none" strike="noStrike">
                <a:solidFill>
                  <a:schemeClr val="lt2">
                    <a:lumMod val="10000"/>
                  </a:schemeClr>
                </a:solidFill>
                <a:effectLst/>
                <a:uFillTx/>
                <a:latin typeface="Arial"/>
              </a:rPr>
              <a:t>The certificate will not state number of credits. It will say that this was a full week workshop and what topics were covered.</a:t>
            </a:r>
            <a:endParaRPr lang="en-US" sz="2400" b="0" u="none" strike="noStrike">
              <a:solidFill>
                <a:srgbClr val="000000"/>
              </a:solidFill>
              <a:effectLst/>
              <a:uFillTx/>
              <a:latin typeface="Arial"/>
            </a:endParaRPr>
          </a:p>
          <a:p>
            <a:pPr indent="0" defTabSz="914400">
              <a:lnSpc>
                <a:spcPct val="90000"/>
              </a:lnSpc>
              <a:spcBef>
                <a:spcPts val="1001"/>
              </a:spcBef>
              <a:buNone/>
              <a:tabLst>
                <a:tab algn="l" pos="0"/>
              </a:tabLst>
            </a:pPr>
            <a:endParaRPr lang="en-US" sz="2400" b="0" u="none" strike="noStrike">
              <a:solidFill>
                <a:srgbClr val="000000"/>
              </a:solidFill>
              <a:effectLst/>
              <a:uFillTx/>
              <a:latin typeface="Arial"/>
            </a:endParaRPr>
          </a:p>
          <a:p>
            <a:pPr indent="0" defTabSz="914400">
              <a:lnSpc>
                <a:spcPct val="90000"/>
              </a:lnSpc>
              <a:spcBef>
                <a:spcPts val="1001"/>
              </a:spcBef>
              <a:buNone/>
              <a:tabLst>
                <a:tab algn="l" pos="0"/>
              </a:tabLst>
            </a:pPr>
            <a:r>
              <a:rPr lang="en-SE" sz="2400" b="0" u="none" strike="noStrike">
                <a:solidFill>
                  <a:schemeClr val="lt2">
                    <a:lumMod val="10000"/>
                  </a:schemeClr>
                </a:solidFill>
                <a:effectLst/>
                <a:uFillTx/>
                <a:latin typeface="Arial"/>
              </a:rPr>
              <a:t>We will mark your attendance during the workshop</a:t>
            </a:r>
            <a:endParaRPr lang="en-US" sz="2400" b="0" u="none" strike="noStrike">
              <a:solidFill>
                <a:srgbClr val="000000"/>
              </a:solidFill>
              <a:effectLst/>
              <a:uFillTx/>
              <a:latin typeface="Arial"/>
            </a:endParaRPr>
          </a:p>
        </p:txBody>
      </p:sp>
      <p:sp>
        <p:nvSpPr>
          <p:cNvPr id="107" name="PlaceHolder 2"/>
          <p:cNvSpPr>
            <a:spLocks noGrp="1"/>
          </p:cNvSpPr>
          <p:nvPr>
            <p:ph type="title"/>
          </p:nvPr>
        </p:nvSpPr>
        <p:spPr>
          <a:xfrm>
            <a:off x="431280" y="321480"/>
            <a:ext cx="11327400" cy="543600"/>
          </a:xfrm>
          <a:prstGeom prst="rect">
            <a:avLst/>
          </a:prstGeom>
          <a:noFill/>
          <a:ln w="0">
            <a:noFill/>
          </a:ln>
        </p:spPr>
        <p:txBody>
          <a:bodyPr lIns="91440" rIns="91440" tIns="45720" bIns="46800" anchor="ctr">
            <a:normAutofit fontScale="85000" lnSpcReduction="9999"/>
          </a:bodyPr>
          <a:p>
            <a:pPr indent="0" algn="ctr" defTabSz="914400">
              <a:lnSpc>
                <a:spcPct val="90000"/>
              </a:lnSpc>
              <a:buNone/>
              <a:tabLst>
                <a:tab algn="l" pos="0"/>
              </a:tabLst>
            </a:pPr>
            <a:r>
              <a:rPr lang="en-SE" sz="4000" b="1" u="none" strike="noStrike">
                <a:solidFill>
                  <a:schemeClr val="lt2">
                    <a:lumMod val="10000"/>
                  </a:schemeClr>
                </a:solidFill>
                <a:effectLst/>
                <a:uFillTx/>
                <a:latin typeface="Arial"/>
              </a:rPr>
              <a:t>Attendence and certificate</a:t>
            </a:r>
            <a:endParaRPr lang="en-US" sz="4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1523880" y="1600200"/>
            <a:ext cx="9141840" cy="190764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lang="en-GB" sz="4000" b="1" u="none" strike="noStrike">
                <a:solidFill>
                  <a:schemeClr val="lt2">
                    <a:lumMod val="10000"/>
                  </a:schemeClr>
                </a:solidFill>
                <a:effectLst/>
                <a:uFillTx/>
                <a:latin typeface="Arial"/>
              </a:rPr>
              <a:t>Questions?</a:t>
            </a:r>
            <a:endParaRPr lang="en-US" sz="4000" b="0" u="none" strike="noStrike">
              <a:solidFill>
                <a:srgbClr val="000000"/>
              </a:solidFill>
              <a:effectLst/>
              <a:uFillTx/>
              <a:latin typeface="Arial"/>
            </a:endParaRPr>
          </a:p>
        </p:txBody>
      </p:sp>
      <p:sp>
        <p:nvSpPr>
          <p:cNvPr id="109" name="PlaceHolder 2"/>
          <p:cNvSpPr>
            <a:spLocks noGrp="1"/>
          </p:cNvSpPr>
          <p:nvPr>
            <p:ph type="subTitle"/>
          </p:nvPr>
        </p:nvSpPr>
        <p:spPr>
          <a:xfrm>
            <a:off x="1523880" y="3602160"/>
            <a:ext cx="9141840" cy="1653480"/>
          </a:xfrm>
          <a:prstGeom prst="rect">
            <a:avLst/>
          </a:prstGeom>
          <a:noFill/>
          <a:ln w="0">
            <a:noFill/>
          </a:ln>
        </p:spPr>
        <p:txBody>
          <a:bodyPr lIns="91440" rIns="91440" tIns="45720" bIns="45720" anchor="t">
            <a:noAutofit/>
          </a:bodyPr>
          <a:p>
            <a:pPr indent="0" algn="ctr" defTabSz="914400">
              <a:lnSpc>
                <a:spcPct val="90000"/>
              </a:lnSpc>
              <a:spcBef>
                <a:spcPts val="1001"/>
              </a:spcBef>
              <a:buNone/>
              <a:tabLst>
                <a:tab algn="l" pos="0"/>
              </a:tabLst>
            </a:pPr>
            <a:r>
              <a:rPr lang="en-GB" sz="2400" b="0" u="none" strike="noStrike">
                <a:solidFill>
                  <a:schemeClr val="lt2">
                    <a:lumMod val="50000"/>
                  </a:schemeClr>
                </a:solidFill>
                <a:effectLst/>
                <a:uFillTx/>
                <a:latin typeface="Arial"/>
              </a:rPr>
              <a:t>Please ask questions and take part in discussions throughout the workshop! </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SciLifeLab PPT_light">
  <a:themeElements>
    <a:clrScheme name="Custom 1">
      <a:dk1>
        <a:srgbClr val="000000"/>
      </a:dk1>
      <a:lt1>
        <a:srgbClr val="ffffff"/>
      </a:lt1>
      <a:dk2>
        <a:srgbClr val="44546a"/>
      </a:dk2>
      <a:lt2>
        <a:srgbClr val="e7e6e6"/>
      </a:lt2>
      <a:accent1>
        <a:srgbClr val="a7c947"/>
      </a:accent1>
      <a:accent2>
        <a:srgbClr val="045c64"/>
      </a:accent2>
      <a:accent3>
        <a:srgbClr val="4c979f"/>
      </a:accent3>
      <a:accent4>
        <a:srgbClr val="491f53"/>
      </a:accent4>
      <a:accent5>
        <a:srgbClr val="e5e5e5"/>
      </a:accent5>
      <a:accent6>
        <a:srgbClr val="a6a6a6"/>
      </a:accent6>
      <a:hlink>
        <a:srgbClr val="045b63"/>
      </a:hlink>
      <a:folHlink>
        <a:srgbClr val="045c64"/>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SciLifeLab PPT_light">
  <a:themeElements>
    <a:clrScheme name="Custom 1">
      <a:dk1>
        <a:srgbClr val="000000"/>
      </a:dk1>
      <a:lt1>
        <a:srgbClr val="ffffff"/>
      </a:lt1>
      <a:dk2>
        <a:srgbClr val="44546a"/>
      </a:dk2>
      <a:lt2>
        <a:srgbClr val="e7e6e6"/>
      </a:lt2>
      <a:accent1>
        <a:srgbClr val="a7c947"/>
      </a:accent1>
      <a:accent2>
        <a:srgbClr val="045c64"/>
      </a:accent2>
      <a:accent3>
        <a:srgbClr val="4c979f"/>
      </a:accent3>
      <a:accent4>
        <a:srgbClr val="491f53"/>
      </a:accent4>
      <a:accent5>
        <a:srgbClr val="e5e5e5"/>
      </a:accent5>
      <a:accent6>
        <a:srgbClr val="a6a6a6"/>
      </a:accent6>
      <a:hlink>
        <a:srgbClr val="045b63"/>
      </a:hlink>
      <a:folHlink>
        <a:srgbClr val="045c64"/>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SciLifeLab PPT_light">
  <a:themeElements>
    <a:clrScheme name="Custom 1">
      <a:dk1>
        <a:srgbClr val="000000"/>
      </a:dk1>
      <a:lt1>
        <a:srgbClr val="ffffff"/>
      </a:lt1>
      <a:dk2>
        <a:srgbClr val="44546a"/>
      </a:dk2>
      <a:lt2>
        <a:srgbClr val="e7e6e6"/>
      </a:lt2>
      <a:accent1>
        <a:srgbClr val="a7c947"/>
      </a:accent1>
      <a:accent2>
        <a:srgbClr val="045c64"/>
      </a:accent2>
      <a:accent3>
        <a:srgbClr val="4c979f"/>
      </a:accent3>
      <a:accent4>
        <a:srgbClr val="491f53"/>
      </a:accent4>
      <a:accent5>
        <a:srgbClr val="e5e5e5"/>
      </a:accent5>
      <a:accent6>
        <a:srgbClr val="a6a6a6"/>
      </a:accent6>
      <a:hlink>
        <a:srgbClr val="045b63"/>
      </a:hlink>
      <a:folHlink>
        <a:srgbClr val="045c64"/>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SciLifeLab PPT_light">
  <a:themeElements>
    <a:clrScheme name="Custom 1">
      <a:dk1>
        <a:srgbClr val="000000"/>
      </a:dk1>
      <a:lt1>
        <a:srgbClr val="ffffff"/>
      </a:lt1>
      <a:dk2>
        <a:srgbClr val="44546a"/>
      </a:dk2>
      <a:lt2>
        <a:srgbClr val="e7e6e6"/>
      </a:lt2>
      <a:accent1>
        <a:srgbClr val="a7c947"/>
      </a:accent1>
      <a:accent2>
        <a:srgbClr val="045c64"/>
      </a:accent2>
      <a:accent3>
        <a:srgbClr val="4c979f"/>
      </a:accent3>
      <a:accent4>
        <a:srgbClr val="491f53"/>
      </a:accent4>
      <a:accent5>
        <a:srgbClr val="e5e5e5"/>
      </a:accent5>
      <a:accent6>
        <a:srgbClr val="a6a6a6"/>
      </a:accent6>
      <a:hlink>
        <a:srgbClr val="045b63"/>
      </a:hlink>
      <a:folHlink>
        <a:srgbClr val="045c64"/>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2640</TotalTime>
  <Application>LibreOffice/25.8.4.2$Linux_X86_64 LibreOffice_project/580$Build-2</Application>
  <AppVersion>15.0000</AppVersion>
  <Words>472</Words>
  <Paragraphs>63</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2020-04-23T10:16:21Z</dcterms:created>
  <dc:creator>Karin Nedler</dc:creator>
  <dc:description/>
  <dc:language>en-US</dc:language>
  <cp:lastModifiedBy/>
  <cp:lastPrinted>2026-03-03T08:50:38Z</cp:lastPrinted>
  <dcterms:modified xsi:type="dcterms:W3CDTF">2026-03-03T08:51:16Z</dcterms:modified>
  <cp:revision>244</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4</vt:i4>
  </property>
  <property fmtid="{D5CDD505-2E9C-101B-9397-08002B2CF9AE}" pid="3" name="PresentationFormat">
    <vt:lpwstr>Widescreen</vt:lpwstr>
  </property>
  <property fmtid="{D5CDD505-2E9C-101B-9397-08002B2CF9AE}" pid="4" name="Slides">
    <vt:i4>8</vt:i4>
  </property>
</Properties>
</file>