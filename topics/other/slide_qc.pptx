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8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42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4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37.xml.rels" ContentType="application/vnd.openxmlformats-package.relationships+xml"/>
  <Override PartName="/ppt/slideMasters/_rels/slideMaster38.xml.rels" ContentType="application/vnd.openxmlformats-package.relationships+xml"/>
  <Override PartName="/ppt/slideMasters/_rels/slideMaster39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41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40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41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42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6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10.xml" ContentType="application/vnd.openxmlformats-officedocument.theme+xml"/>
  <Override PartName="/ppt/theme/theme36.xml" ContentType="application/vnd.openxmlformats-officedocument.theme+xml"/>
  <Override PartName="/ppt/theme/theme9.xml" ContentType="application/vnd.openxmlformats-officedocument.theme+xml"/>
  <Override PartName="/ppt/theme/theme37.xml" ContentType="application/vnd.openxmlformats-officedocument.theme+xml"/>
  <Override PartName="/ppt/theme/theme38.xml" ContentType="application/vnd.openxmlformats-officedocument.theme+xml"/>
  <Override PartName="/ppt/theme/theme40.xml" ContentType="application/vnd.openxmlformats-officedocument.theme+xml"/>
  <Override PartName="/ppt/theme/theme39.xml" ContentType="application/vnd.openxmlformats-officedocument.theme+xml"/>
  <Override PartName="/ppt/theme/theme41.xml" ContentType="application/vnd.openxmlformats-officedocument.theme+xml"/>
  <Override PartName="/ppt/theme/theme35.xml" ContentType="application/vnd.openxmlformats-officedocument.theme+xml"/>
  <Override PartName="/ppt/theme/theme8.xml" ContentType="application/vnd.openxmlformats-officedocument.theme+xml"/>
  <Override PartName="/ppt/theme/theme42.xml" ContentType="application/vnd.openxmlformats-officedocument.theme+xml"/>
  <Override PartName="/ppt/theme/theme43.xml" ContentType="application/vnd.openxmlformats-officedocument.theme+xml"/>
  <Override PartName="/ppt/theme/theme34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33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theme/theme12.xml" ContentType="application/vnd.openxmlformats-officedocument.theme+xml"/>
  <Override PartName="/ppt/theme/theme11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svg" ContentType="image/svg"/>
  <Override PartName="/ppt/media/image9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0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slideLayout22.xml" ContentType="application/vnd.openxmlformats-officedocument.presentationml.slideLayout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  <p:sldMasterId id="2147483716" r:id="rId36"/>
    <p:sldMasterId id="2147483718" r:id="rId37"/>
    <p:sldMasterId id="2147483720" r:id="rId38"/>
    <p:sldMasterId id="2147483722" r:id="rId39"/>
    <p:sldMasterId id="2147483724" r:id="rId40"/>
    <p:sldMasterId id="2147483726" r:id="rId41"/>
    <p:sldMasterId id="2147483728" r:id="rId42"/>
    <p:sldMasterId id="2147483730" r:id="rId43"/>
  </p:sldMasterIdLst>
  <p:notesMasterIdLst>
    <p:notesMasterId r:id="rId44"/>
  </p:notesMasterIdLst>
  <p:sldIdLst>
    <p:sldId id="256" r:id="rId45"/>
    <p:sldId id="257" r:id="rId46"/>
    <p:sldId id="258" r:id="rId47"/>
    <p:sldId id="259" r:id="rId48"/>
    <p:sldId id="260" r:id="rId49"/>
    <p:sldId id="261" r:id="rId50"/>
    <p:sldId id="262" r:id="rId51"/>
    <p:sldId id="263" r:id="rId5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Master" Target="slideMasters/slideMaster39.xml"/><Relationship Id="rId41" Type="http://schemas.openxmlformats.org/officeDocument/2006/relationships/slideMaster" Target="slideMasters/slideMaster40.xml"/><Relationship Id="rId42" Type="http://schemas.openxmlformats.org/officeDocument/2006/relationships/slideMaster" Target="slideMasters/slideMaster41.xml"/><Relationship Id="rId43" Type="http://schemas.openxmlformats.org/officeDocument/2006/relationships/slideMaster" Target="slideMasters/slideMaster42.xml"/><Relationship Id="rId44" Type="http://schemas.openxmlformats.org/officeDocument/2006/relationships/notesMaster" Target="notesMasters/notesMaster1.xml"/><Relationship Id="rId45" Type="http://schemas.openxmlformats.org/officeDocument/2006/relationships/slide" Target="slides/slide1.xml"/><Relationship Id="rId46" Type="http://schemas.openxmlformats.org/officeDocument/2006/relationships/slide" Target="slides/slide2.xml"/><Relationship Id="rId47" Type="http://schemas.openxmlformats.org/officeDocument/2006/relationships/slide" Target="slides/slide3.xml"/><Relationship Id="rId48" Type="http://schemas.openxmlformats.org/officeDocument/2006/relationships/slide" Target="slides/slide4.xml"/><Relationship Id="rId49" Type="http://schemas.openxmlformats.org/officeDocument/2006/relationships/slide" Target="slides/slide5.xml"/><Relationship Id="rId50" Type="http://schemas.openxmlformats.org/officeDocument/2006/relationships/slide" Target="slides/slide6.xml"/><Relationship Id="rId51" Type="http://schemas.openxmlformats.org/officeDocument/2006/relationships/slide" Target="slides/slide7.xml"/><Relationship Id="rId52" Type="http://schemas.openxmlformats.org/officeDocument/2006/relationships/slide" Target="slides/slide8.xml"/><Relationship Id="rId5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SE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SE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3" name="PlaceHolder 4"/>
          <p:cNvSpPr>
            <a:spLocks noGrp="1"/>
          </p:cNvSpPr>
          <p:nvPr>
            <p:ph type="dt" idx="12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4" name="PlaceHolder 5"/>
          <p:cNvSpPr>
            <a:spLocks noGrp="1"/>
          </p:cNvSpPr>
          <p:nvPr>
            <p:ph type="ftr" idx="12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5" name="PlaceHolder 6"/>
          <p:cNvSpPr>
            <a:spLocks noGrp="1"/>
          </p:cNvSpPr>
          <p:nvPr>
            <p:ph type="sldNum" idx="12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DC702A93-036A-4DE9-BC56-45AFE3829864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3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PlaceHolder 3"/>
          <p:cNvSpPr>
            <a:spLocks noGrp="1"/>
          </p:cNvSpPr>
          <p:nvPr>
            <p:ph type="sldNum" idx="1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2E404D9-3530-49C6-A7EA-FE689E1C55C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8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0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1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_with our host un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800" cy="82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SE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838080" y="1486800"/>
            <a:ext cx="10515240" cy="468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7231B468-163E-45FC-9B74-CC2243DADBD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 column_no bullet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p>
            <a:fld id="{4BD31BDB-4456-48B7-953E-5F84B2D33CF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p>
            <a:fld id="{FFAC4A09-7CD6-4AD0-87FA-51D46683ECC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p>
            <a:fld id="{D461C4E4-C81E-46DA-8D2F-A76EB09D47D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lumns_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p>
            <a:fld id="{C909E7D8-E7CB-4DA0-ACA4-39526745845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p>
            <a:fld id="{701230D5-E25D-4FAF-A3B0-FABB797029F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x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p>
            <a:fld id="{6420FCAF-8B7A-4AE0-9C81-BA22B93FEF4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p>
            <a:fld id="{73B0836D-7C53-4B1F-AD5A-286E99B7602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with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p>
            <a:fld id="{6E50E37B-6AFD-4328-8453-4870F33729D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ullscreen_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0"/>
          </p:nvPr>
        </p:nvSpPr>
        <p:spPr/>
        <p:txBody>
          <a:bodyPr/>
          <a:p>
            <a:fld id="{C2860FC8-431E-44C0-B634-65CC664DAFE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ullscreen_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3"/>
          </p:nvPr>
        </p:nvSpPr>
        <p:spPr/>
        <p:txBody>
          <a:bodyPr/>
          <a:p>
            <a:fld id="{D8EA15D1-3AB5-4B4C-B1F9-7EC8A681A92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_without our host un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800" cy="82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SE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subTitle"/>
          </p:nvPr>
        </p:nvSpPr>
        <p:spPr>
          <a:xfrm>
            <a:off x="838080" y="1486800"/>
            <a:ext cx="10515240" cy="468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6"/>
          </p:nvPr>
        </p:nvSpPr>
        <p:spPr/>
        <p:txBody>
          <a:bodyPr/>
          <a:p>
            <a:fld id="{53C25E75-023D-4B51-BC81-5854F47F89E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 column_with our host un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9"/>
          </p:nvPr>
        </p:nvSpPr>
        <p:spPr/>
        <p:txBody>
          <a:bodyPr/>
          <a:p>
            <a:fld id="{16B9E0F0-C857-4432-A91C-68FEE97DFB2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lin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2"/>
          </p:nvPr>
        </p:nvSpPr>
        <p:spPr/>
        <p:txBody>
          <a:bodyPr/>
          <a:p>
            <a:fld id="{F87D6E23-670C-4270-B913-FF4ED09A792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ubsecti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p>
            <a:fld id="{6CB6FC1B-6AB8-4517-84D9-9E66A37E75A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_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8"/>
          </p:nvPr>
        </p:nvSpPr>
        <p:spPr/>
        <p:txBody>
          <a:bodyPr/>
          <a:p>
            <a:fld id="{9B948284-A407-4321-97CD-21FBEE369C1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_with col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1"/>
          </p:nvPr>
        </p:nvSpPr>
        <p:spPr/>
        <p:txBody>
          <a:bodyPr/>
          <a:p>
            <a:fld id="{4287A026-CD8D-4063-BE37-12C136E7A83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 column_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4"/>
          </p:nvPr>
        </p:nvSpPr>
        <p:spPr/>
        <p:txBody>
          <a:bodyPr/>
          <a:p>
            <a:fld id="{3C0B29F7-99EF-4746-B799-3F0ABA9E166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 column_with picture_n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7"/>
          </p:nvPr>
        </p:nvSpPr>
        <p:spPr/>
        <p:txBody>
          <a:bodyPr/>
          <a:p>
            <a:fld id="{1D9FE3F1-2892-41DD-9C34-7B30ED92893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0"/>
          </p:nvPr>
        </p:nvSpPr>
        <p:spPr/>
        <p:txBody>
          <a:bodyPr/>
          <a:p>
            <a:fld id="{586B0A3D-F4C7-45A8-9756-FE4B37D4C15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800" cy="82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SE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 type="subTitle"/>
          </p:nvPr>
        </p:nvSpPr>
        <p:spPr>
          <a:xfrm>
            <a:off x="838080" y="1486800"/>
            <a:ext cx="10515240" cy="468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3"/>
          </p:nvPr>
        </p:nvSpPr>
        <p:spPr/>
        <p:txBody>
          <a:bodyPr/>
          <a:p>
            <a:fld id="{9B6CCFAA-56C3-4DD7-B281-DD9FAF87248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6"/>
          </p:nvPr>
        </p:nvSpPr>
        <p:spPr/>
        <p:txBody>
          <a:bodyPr/>
          <a:p>
            <a:fld id="{12E70FE7-0D75-47C7-8A40-B76B26EA962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9"/>
          </p:nvPr>
        </p:nvSpPr>
        <p:spPr/>
        <p:txBody>
          <a:bodyPr/>
          <a:p>
            <a:fld id="{ADB17230-AE36-48BC-98A8-9B34F0B4B17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72"/>
          </p:nvPr>
        </p:nvSpPr>
        <p:spPr/>
        <p:txBody>
          <a:bodyPr/>
          <a:p>
            <a:fld id="{BFCA1955-1165-49B1-BE7B-BCF8970713D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75"/>
          </p:nvPr>
        </p:nvSpPr>
        <p:spPr/>
        <p:txBody>
          <a:bodyPr/>
          <a:p>
            <a:fld id="{437B9277-6FA5-4D03-A13A-1BA02EC5EE5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78"/>
          </p:nvPr>
        </p:nvSpPr>
        <p:spPr/>
        <p:txBody>
          <a:bodyPr/>
          <a:p>
            <a:fld id="{BAE4A160-18C9-416B-8739-7D9D5068762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1"/>
          </p:nvPr>
        </p:nvSpPr>
        <p:spPr/>
        <p:txBody>
          <a:bodyPr/>
          <a:p>
            <a:fld id="{99D7559A-CC18-4CAB-B41F-654755992C8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4"/>
          </p:nvPr>
        </p:nvSpPr>
        <p:spPr/>
        <p:txBody>
          <a:bodyPr/>
          <a:p>
            <a:fld id="{05D7345B-00D9-43B2-9231-302AAAEFDDA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8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7"/>
          </p:nvPr>
        </p:nvSpPr>
        <p:spPr/>
        <p:txBody>
          <a:bodyPr/>
          <a:p>
            <a:fld id="{6F265C3A-3C15-42DE-8C3C-22290160D59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8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ulllscreen_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0"/>
          </p:nvPr>
        </p:nvSpPr>
        <p:spPr/>
        <p:txBody>
          <a:bodyPr/>
          <a:p>
            <a:fld id="{EFC86060-BD3B-40FC-B60F-D0DC9A9CA50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8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9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3"/>
          </p:nvPr>
        </p:nvSpPr>
        <p:spPr/>
        <p:txBody>
          <a:bodyPr/>
          <a:p>
            <a:fld id="{E44D41F7-EB38-4B9D-A344-EC8EAEF616B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PlaceHolder 1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800" cy="829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endParaRPr b="0" lang="en-SE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9" name="PlaceHolder 2"/>
          <p:cNvSpPr>
            <a:spLocks noGrp="1"/>
          </p:cNvSpPr>
          <p:nvPr>
            <p:ph type="subTitle"/>
          </p:nvPr>
        </p:nvSpPr>
        <p:spPr>
          <a:xfrm>
            <a:off x="838080" y="1486800"/>
            <a:ext cx="10515240" cy="46897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6"/>
          </p:nvPr>
        </p:nvSpPr>
        <p:spPr/>
        <p:txBody>
          <a:bodyPr/>
          <a:p>
            <a:fld id="{0139A137-758B-4D51-9F8B-30202639829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9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9"/>
          </p:nvPr>
        </p:nvSpPr>
        <p:spPr/>
        <p:txBody>
          <a:bodyPr/>
          <a:p>
            <a:fld id="{C4CE069C-B917-4F04-8208-B7E92FAA48F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2"/>
          </p:nvPr>
        </p:nvSpPr>
        <p:spPr/>
        <p:txBody>
          <a:bodyPr/>
          <a:p>
            <a:fld id="{74BC13A9-EB90-4239-8973-23FF4F5B416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0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ub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5"/>
          </p:nvPr>
        </p:nvSpPr>
        <p:spPr/>
        <p:txBody>
          <a:bodyPr/>
          <a:p>
            <a:fld id="{73534D53-FFF3-4533-857F-F5DF0C3B1DF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0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8"/>
          </p:nvPr>
        </p:nvSpPr>
        <p:spPr/>
        <p:txBody>
          <a:bodyPr/>
          <a:p>
            <a:fld id="{BDC3EFA1-A21D-4A5B-A691-AEC3C3C30E5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0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1"/>
          </p:nvPr>
        </p:nvSpPr>
        <p:spPr/>
        <p:txBody>
          <a:bodyPr/>
          <a:p>
            <a:fld id="{7F550D27-6B7D-4225-82D7-82A988D9F51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0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4"/>
          </p:nvPr>
        </p:nvSpPr>
        <p:spPr/>
        <p:txBody>
          <a:bodyPr/>
          <a:p>
            <a:fld id="{03AE087F-5102-4BF0-9BC9-68C52D9D770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 column_with picture_no bullet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7"/>
          </p:nvPr>
        </p:nvSpPr>
        <p:spPr/>
        <p:txBody>
          <a:bodyPr/>
          <a:p>
            <a:fld id="{773478B7-D654-4EA6-B0C2-8DF736E4B4D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0"/>
          </p:nvPr>
        </p:nvSpPr>
        <p:spPr/>
        <p:txBody>
          <a:bodyPr/>
          <a:p>
            <a:fld id="{F8CF288D-0386-4850-ACD2-49478E69404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34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35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37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38.xml"/>
</Relationships>
</file>

<file path=ppt/slideMasters/_rels/slideMaster39.xml.rels><?xml version="1.0" encoding="UTF-8"?>
<Relationships xmlns="http://schemas.openxmlformats.org/package/2006/relationships"><Relationship Id="rId1" Type="http://schemas.openxmlformats.org/officeDocument/2006/relationships/theme" Target="../theme/theme39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39.xml"/>
</Relationships>
</file>

<file path=ppt/slideMasters/_rels/slideMaster40.xml.rels><?xml version="1.0" encoding="UTF-8"?>
<Relationships xmlns="http://schemas.openxmlformats.org/package/2006/relationships"><Relationship Id="rId1" Type="http://schemas.openxmlformats.org/officeDocument/2006/relationships/theme" Target="../theme/theme40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40.xml"/>
</Relationships>
</file>

<file path=ppt/slideMasters/_rels/slideMaster41.xml.rels><?xml version="1.0" encoding="UTF-8"?>
<Relationships xmlns="http://schemas.openxmlformats.org/package/2006/relationships"><Relationship Id="rId1" Type="http://schemas.openxmlformats.org/officeDocument/2006/relationships/theme" Target="../theme/theme41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41.xml"/>
</Relationships>
</file>

<file path=ppt/slideMasters/_rels/slideMaster42.xml.rels><?xml version="1.0" encoding="UTF-8"?>
<Relationships xmlns="http://schemas.openxmlformats.org/package/2006/relationships"><Relationship Id="rId1" Type="http://schemas.openxmlformats.org/officeDocument/2006/relationships/theme" Target="../theme/theme42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4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800" cy="880560"/>
          </a:xfrm>
          <a:prstGeom prst="rect">
            <a:avLst/>
          </a:prstGeom>
          <a:ln w="0">
            <a:noFill/>
          </a:ln>
        </p:spPr>
      </p:pic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1523880" y="1254600"/>
            <a:ext cx="9143640" cy="225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sv-SE" sz="6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mall för rubrikformat</a:t>
            </a:r>
            <a:endParaRPr b="0" lang="en-SE" sz="6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 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 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B7D97F6-EAAA-4837-A6F0-5E80439948F8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8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5" name="Picture 9" descr="A picture containing food&#10;&#10;Description automatically generated"/>
          <p:cNvPicPr/>
          <p:nvPr/>
        </p:nvPicPr>
        <p:blipFill>
          <a:blip r:embed="rId3"/>
          <a:stretch/>
        </p:blipFill>
        <p:spPr>
          <a:xfrm>
            <a:off x="8295840" y="181440"/>
            <a:ext cx="3057840" cy="767880"/>
          </a:xfrm>
          <a:prstGeom prst="rect">
            <a:avLst/>
          </a:prstGeom>
          <a:ln w="0">
            <a:noFill/>
          </a:ln>
        </p:spPr>
      </p:pic>
      <p:pic>
        <p:nvPicPr>
          <p:cNvPr id="6" name="Picture 10" descr="A close up of a logo&#10;&#10;Description automatically generated"/>
          <p:cNvPicPr/>
          <p:nvPr/>
        </p:nvPicPr>
        <p:blipFill>
          <a:blip r:embed="rId4"/>
          <a:stretch/>
        </p:blipFill>
        <p:spPr>
          <a:xfrm>
            <a:off x="3857400" y="120600"/>
            <a:ext cx="3605040" cy="783000"/>
          </a:xfrm>
          <a:prstGeom prst="rect">
            <a:avLst/>
          </a:prstGeom>
          <a:ln w="0">
            <a:noFill/>
          </a:ln>
        </p:spPr>
      </p:pic>
      <p:cxnSp>
        <p:nvCxnSpPr>
          <p:cNvPr id="7" name="Straight Connector 7"/>
          <p:cNvCxnSpPr/>
          <p:nvPr/>
        </p:nvCxnSpPr>
        <p:spPr>
          <a:xfrm flipH="1">
            <a:off x="0" y="6811560"/>
            <a:ext cx="12192120" cy="360"/>
          </a:xfrm>
          <a:prstGeom prst="straightConnector1">
            <a:avLst/>
          </a:prstGeom>
          <a:ln w="101600">
            <a:solidFill>
              <a:srgbClr val="a7c947"/>
            </a:solidFill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800" cy="880560"/>
          </a:xfrm>
          <a:prstGeom prst="rect">
            <a:avLst/>
          </a:prstGeom>
          <a:ln w="0">
            <a:noFill/>
          </a:ln>
        </p:spPr>
      </p:pic>
      <p:sp>
        <p:nvSpPr>
          <p:cNvPr id="11" name="PlaceHolder 1"/>
          <p:cNvSpPr>
            <a:spLocks noGrp="1"/>
          </p:cNvSpPr>
          <p:nvPr>
            <p:ph type="body"/>
          </p:nvPr>
        </p:nvSpPr>
        <p:spPr>
          <a:xfrm>
            <a:off x="838080" y="1486800"/>
            <a:ext cx="10515240" cy="468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sv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8B0BE3F-FA0A-428C-A35F-AEAAFA9A0627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title"/>
          </p:nvPr>
        </p:nvSpPr>
        <p:spPr>
          <a:xfrm>
            <a:off x="2071800" y="365040"/>
            <a:ext cx="830412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sv-SE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mall för rubrikformat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6" name="Picture 24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cxnSp>
        <p:nvCxnSpPr>
          <p:cNvPr id="17" name="Straight Connector 25"/>
          <p:cNvCxnSpPr/>
          <p:nvPr/>
        </p:nvCxnSpPr>
        <p:spPr>
          <a:xfrm>
            <a:off x="828000" y="1221480"/>
            <a:ext cx="10515960" cy="360"/>
          </a:xfrm>
          <a:prstGeom prst="straightConnector1">
            <a:avLst/>
          </a:prstGeom>
          <a:ln w="12700">
            <a:solidFill>
              <a:srgbClr val="a7c947"/>
            </a:solidFill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800" cy="880560"/>
          </a:xfrm>
          <a:prstGeom prst="rect">
            <a:avLst/>
          </a:prstGeom>
          <a:ln w="0">
            <a:noFill/>
          </a:ln>
        </p:spPr>
      </p:pic>
      <p:sp>
        <p:nvSpPr>
          <p:cNvPr id="19" name="PlaceHolder 1"/>
          <p:cNvSpPr>
            <a:spLocks noGrp="1"/>
          </p:cNvSpPr>
          <p:nvPr>
            <p:ph type="body"/>
          </p:nvPr>
        </p:nvSpPr>
        <p:spPr>
          <a:xfrm>
            <a:off x="838080" y="1486800"/>
            <a:ext cx="5181120" cy="468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två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tre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fyra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fem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172200" y="1486800"/>
            <a:ext cx="5181120" cy="468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två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tre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fyra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fem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5561351-FD15-4545-98A2-12586F9E141E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6"/>
          <p:cNvSpPr>
            <a:spLocks noGrp="1"/>
          </p:cNvSpPr>
          <p:nvPr>
            <p:ph type="title"/>
          </p:nvPr>
        </p:nvSpPr>
        <p:spPr>
          <a:xfrm>
            <a:off x="2037240" y="365040"/>
            <a:ext cx="833904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sv-SE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mall för rubrikformat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5" name="Picture 12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cxnSp>
        <p:nvCxnSpPr>
          <p:cNvPr id="26" name="Straight Connector 13"/>
          <p:cNvCxnSpPr/>
          <p:nvPr/>
        </p:nvCxnSpPr>
        <p:spPr>
          <a:xfrm>
            <a:off x="828000" y="1221480"/>
            <a:ext cx="10515960" cy="360"/>
          </a:xfrm>
          <a:prstGeom prst="straightConnector1">
            <a:avLst/>
          </a:prstGeom>
          <a:ln w="12700">
            <a:solidFill>
              <a:srgbClr val="a7c947"/>
            </a:solidFill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800" cy="880560"/>
          </a:xfrm>
          <a:prstGeom prst="rect">
            <a:avLst/>
          </a:prstGeom>
          <a:ln w="0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body"/>
          </p:nvPr>
        </p:nvSpPr>
        <p:spPr>
          <a:xfrm>
            <a:off x="839880" y="1596240"/>
            <a:ext cx="5157360" cy="50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sv-SE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839880" y="2213280"/>
            <a:ext cx="5157360" cy="397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två</a:t>
            </a:r>
            <a:endParaRPr b="0" lang="en-SE" sz="2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tre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fyra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fem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body"/>
          </p:nvPr>
        </p:nvSpPr>
        <p:spPr>
          <a:xfrm>
            <a:off x="6172200" y="1596240"/>
            <a:ext cx="5182920" cy="50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sv-SE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body"/>
          </p:nvPr>
        </p:nvSpPr>
        <p:spPr>
          <a:xfrm>
            <a:off x="6172200" y="2213280"/>
            <a:ext cx="5182920" cy="397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två</a:t>
            </a:r>
            <a:endParaRPr b="0" lang="en-SE" sz="2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tre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fyra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fem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6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" name="PlaceHolder 7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65FC5CB-CCFB-446D-9D21-C15C50EA3D0C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5" name="PlaceHolder 8"/>
          <p:cNvSpPr>
            <a:spLocks noGrp="1"/>
          </p:cNvSpPr>
          <p:nvPr>
            <p:ph type="title"/>
          </p:nvPr>
        </p:nvSpPr>
        <p:spPr>
          <a:xfrm>
            <a:off x="2025720" y="365040"/>
            <a:ext cx="835056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sv-SE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mall för rubrikformat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36" name="Picture 12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cxnSp>
        <p:nvCxnSpPr>
          <p:cNvPr id="37" name="Straight Connector 13"/>
          <p:cNvCxnSpPr/>
          <p:nvPr/>
        </p:nvCxnSpPr>
        <p:spPr>
          <a:xfrm>
            <a:off x="828000" y="1221480"/>
            <a:ext cx="10515960" cy="360"/>
          </a:xfrm>
          <a:prstGeom prst="straightConnector1">
            <a:avLst/>
          </a:prstGeom>
          <a:ln w="12700">
            <a:solidFill>
              <a:srgbClr val="a7c947"/>
            </a:solidFill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800" cy="880560"/>
          </a:xfrm>
          <a:prstGeom prst="rect">
            <a:avLst/>
          </a:prstGeom>
          <a:ln w="0">
            <a:noFill/>
          </a:ln>
        </p:spPr>
      </p:pic>
      <p:sp>
        <p:nvSpPr>
          <p:cNvPr id="39" name="PlaceHolder 1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2DCCA06-7F8D-41A9-9AA4-D6CF123DD913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title"/>
          </p:nvPr>
        </p:nvSpPr>
        <p:spPr>
          <a:xfrm>
            <a:off x="2037240" y="365040"/>
            <a:ext cx="833904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sv-SE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mall för rubrikformat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43" name="Picture 16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cxnSp>
        <p:nvCxnSpPr>
          <p:cNvPr id="44" name="Straight Connector 17"/>
          <p:cNvCxnSpPr/>
          <p:nvPr/>
        </p:nvCxnSpPr>
        <p:spPr>
          <a:xfrm>
            <a:off x="828000" y="1221480"/>
            <a:ext cx="10515960" cy="360"/>
          </a:xfrm>
          <a:prstGeom prst="straightConnector1">
            <a:avLst/>
          </a:prstGeom>
          <a:ln w="12700">
            <a:solidFill>
              <a:srgbClr val="a7c947"/>
            </a:solidFill>
          </a:ln>
        </p:spPr>
      </p:cxn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838080" y="1590120"/>
            <a:ext cx="3144600" cy="458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två</a:t>
            </a:r>
            <a:endParaRPr b="0" lang="en-SE" sz="2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tre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fyra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fem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body"/>
          </p:nvPr>
        </p:nvSpPr>
        <p:spPr>
          <a:xfrm>
            <a:off x="4495680" y="1587240"/>
            <a:ext cx="3144600" cy="458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två</a:t>
            </a:r>
            <a:endParaRPr b="0" lang="en-SE" sz="2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tre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fyra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fem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47" name="PlaceHolder 7"/>
          <p:cNvSpPr>
            <a:spLocks noGrp="1"/>
          </p:cNvSpPr>
          <p:nvPr>
            <p:ph type="body"/>
          </p:nvPr>
        </p:nvSpPr>
        <p:spPr>
          <a:xfrm>
            <a:off x="8153280" y="1587240"/>
            <a:ext cx="3148200" cy="4586400"/>
          </a:xfrm>
          <a:prstGeom prst="rect">
            <a:avLst/>
          </a:prstGeom>
          <a:solidFill>
            <a:schemeClr val="accent5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sv-SE" sz="1800" spc="-1" strike="noStrike">
                <a:solidFill>
                  <a:schemeClr val="dk1"/>
                </a:solidFill>
                <a:latin typeface="Calibri"/>
              </a:rPr>
              <a:t>Klicka på ikonen för att lägga till en bild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800" cy="880560"/>
          </a:xfrm>
          <a:prstGeom prst="rect">
            <a:avLst/>
          </a:prstGeom>
          <a:ln w="0">
            <a:noFill/>
          </a:ln>
        </p:spPr>
      </p:pic>
      <p:sp>
        <p:nvSpPr>
          <p:cNvPr id="49" name="PlaceHolder 1"/>
          <p:cNvSpPr>
            <a:spLocks noGrp="1"/>
          </p:cNvSpPr>
          <p:nvPr>
            <p:ph type="body"/>
          </p:nvPr>
        </p:nvSpPr>
        <p:spPr>
          <a:xfrm>
            <a:off x="990720" y="1709640"/>
            <a:ext cx="3047040" cy="4269240"/>
          </a:xfrm>
          <a:prstGeom prst="rect">
            <a:avLst/>
          </a:prstGeom>
          <a:solidFill>
            <a:schemeClr val="accent5"/>
          </a:solidFill>
          <a:ln w="254160">
            <a:solidFill>
              <a:schemeClr val="accent5"/>
            </a:solidFill>
            <a:miter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två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tre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fyra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fem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171F8A6-DB4E-484F-BB64-AE251B27690B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body"/>
          </p:nvPr>
        </p:nvSpPr>
        <p:spPr>
          <a:xfrm>
            <a:off x="4572360" y="1706400"/>
            <a:ext cx="3047040" cy="4269240"/>
          </a:xfrm>
          <a:prstGeom prst="rect">
            <a:avLst/>
          </a:prstGeom>
          <a:solidFill>
            <a:schemeClr val="accent5"/>
          </a:solidFill>
          <a:ln w="254160">
            <a:solidFill>
              <a:schemeClr val="accent5"/>
            </a:solidFill>
            <a:miter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två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tre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fyra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fem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body"/>
          </p:nvPr>
        </p:nvSpPr>
        <p:spPr>
          <a:xfrm>
            <a:off x="8154000" y="1706400"/>
            <a:ext cx="3047040" cy="4269240"/>
          </a:xfrm>
          <a:prstGeom prst="rect">
            <a:avLst/>
          </a:prstGeom>
          <a:solidFill>
            <a:schemeClr val="accent5"/>
          </a:solidFill>
          <a:ln w="254160">
            <a:solidFill>
              <a:schemeClr val="accent5"/>
            </a:solidFill>
            <a:miter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två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tre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fyra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fem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55" name="PlaceHolder 7"/>
          <p:cNvSpPr>
            <a:spLocks noGrp="1"/>
          </p:cNvSpPr>
          <p:nvPr>
            <p:ph type="title"/>
          </p:nvPr>
        </p:nvSpPr>
        <p:spPr>
          <a:xfrm>
            <a:off x="2071800" y="365040"/>
            <a:ext cx="830412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sv-SE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mall för rubrikformat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56" name="Picture 14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cxnSp>
        <p:nvCxnSpPr>
          <p:cNvPr id="57" name="Straight Connector 15"/>
          <p:cNvCxnSpPr/>
          <p:nvPr/>
        </p:nvCxnSpPr>
        <p:spPr>
          <a:xfrm>
            <a:off x="828000" y="1221480"/>
            <a:ext cx="10515960" cy="360"/>
          </a:xfrm>
          <a:prstGeom prst="straightConnector1">
            <a:avLst/>
          </a:prstGeom>
          <a:ln w="12700">
            <a:solidFill>
              <a:srgbClr val="a7c947"/>
            </a:solidFill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800" cy="880560"/>
          </a:xfrm>
          <a:prstGeom prst="rect">
            <a:avLst/>
          </a:prstGeom>
          <a:ln w="0">
            <a:noFill/>
          </a:ln>
        </p:spPr>
      </p:pic>
      <p:sp>
        <p:nvSpPr>
          <p:cNvPr id="59" name="PlaceHolder 1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A46CF9F-4A4D-4F97-8E25-B3F5135501FD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 type="title"/>
          </p:nvPr>
        </p:nvSpPr>
        <p:spPr>
          <a:xfrm>
            <a:off x="2013840" y="365040"/>
            <a:ext cx="836208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sv-SE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mall för rubrikformat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63" name="Picture 14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cxnSp>
        <p:nvCxnSpPr>
          <p:cNvPr id="64" name="Straight Connector 15"/>
          <p:cNvCxnSpPr/>
          <p:nvPr/>
        </p:nvCxnSpPr>
        <p:spPr>
          <a:xfrm>
            <a:off x="828000" y="1221480"/>
            <a:ext cx="10515960" cy="360"/>
          </a:xfrm>
          <a:prstGeom prst="straightConnector1">
            <a:avLst/>
          </a:prstGeom>
          <a:ln w="12700">
            <a:solidFill>
              <a:srgbClr val="a7c947"/>
            </a:solidFill>
          </a:ln>
        </p:spPr>
      </p:cxnSp>
      <p:sp>
        <p:nvSpPr>
          <p:cNvPr id="65" name="PlaceHolder 5"/>
          <p:cNvSpPr>
            <a:spLocks noGrp="1"/>
          </p:cNvSpPr>
          <p:nvPr>
            <p:ph type="body"/>
          </p:nvPr>
        </p:nvSpPr>
        <p:spPr>
          <a:xfrm>
            <a:off x="859320" y="1557720"/>
            <a:ext cx="3080160" cy="1867320"/>
          </a:xfrm>
          <a:prstGeom prst="rect">
            <a:avLst/>
          </a:prstGeom>
          <a:solidFill>
            <a:schemeClr val="accent5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sv-SE" sz="1800" spc="-1" strike="noStrike">
                <a:solidFill>
                  <a:schemeClr val="dk1"/>
                </a:solidFill>
                <a:latin typeface="Calibri"/>
              </a:rPr>
              <a:t>Klicka på ikonen för att lägga till en bild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66" name="PlaceHolder 6"/>
          <p:cNvSpPr>
            <a:spLocks noGrp="1"/>
          </p:cNvSpPr>
          <p:nvPr>
            <p:ph type="body"/>
          </p:nvPr>
        </p:nvSpPr>
        <p:spPr>
          <a:xfrm>
            <a:off x="859320" y="3995280"/>
            <a:ext cx="3080160" cy="1867320"/>
          </a:xfrm>
          <a:prstGeom prst="rect">
            <a:avLst/>
          </a:prstGeom>
          <a:solidFill>
            <a:schemeClr val="accent5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sv-SE" sz="1800" spc="-1" strike="noStrike">
                <a:solidFill>
                  <a:schemeClr val="dk1"/>
                </a:solidFill>
                <a:latin typeface="Calibri"/>
              </a:rPr>
              <a:t>Klicka på ikonen för att lägga till en bild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67" name="PlaceHolder 7"/>
          <p:cNvSpPr>
            <a:spLocks noGrp="1"/>
          </p:cNvSpPr>
          <p:nvPr>
            <p:ph type="body"/>
          </p:nvPr>
        </p:nvSpPr>
        <p:spPr>
          <a:xfrm>
            <a:off x="848160" y="3486600"/>
            <a:ext cx="3089880" cy="30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6734" lnSpcReduction="20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sv-SE" sz="1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1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68" name="PlaceHolder 8"/>
          <p:cNvSpPr>
            <a:spLocks noGrp="1"/>
          </p:cNvSpPr>
          <p:nvPr>
            <p:ph type="body"/>
          </p:nvPr>
        </p:nvSpPr>
        <p:spPr>
          <a:xfrm>
            <a:off x="848160" y="5930280"/>
            <a:ext cx="3089880" cy="30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6734" lnSpcReduction="20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sv-SE" sz="1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1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69" name="PlaceHolder 9"/>
          <p:cNvSpPr>
            <a:spLocks noGrp="1"/>
          </p:cNvSpPr>
          <p:nvPr>
            <p:ph type="body"/>
          </p:nvPr>
        </p:nvSpPr>
        <p:spPr>
          <a:xfrm>
            <a:off x="4566960" y="1557720"/>
            <a:ext cx="3080160" cy="1867320"/>
          </a:xfrm>
          <a:prstGeom prst="rect">
            <a:avLst/>
          </a:prstGeom>
          <a:solidFill>
            <a:schemeClr val="accent5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sv-SE" sz="1800" spc="-1" strike="noStrike">
                <a:solidFill>
                  <a:schemeClr val="dk1"/>
                </a:solidFill>
                <a:latin typeface="Calibri"/>
              </a:rPr>
              <a:t>Klicka på ikonen för att lägga till en bild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70" name="PlaceHolder 10"/>
          <p:cNvSpPr>
            <a:spLocks noGrp="1"/>
          </p:cNvSpPr>
          <p:nvPr>
            <p:ph type="body"/>
          </p:nvPr>
        </p:nvSpPr>
        <p:spPr>
          <a:xfrm>
            <a:off x="4566960" y="3995280"/>
            <a:ext cx="3080160" cy="1867320"/>
          </a:xfrm>
          <a:prstGeom prst="rect">
            <a:avLst/>
          </a:prstGeom>
          <a:solidFill>
            <a:schemeClr val="accent5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sv-SE" sz="1800" spc="-1" strike="noStrike">
                <a:solidFill>
                  <a:schemeClr val="dk1"/>
                </a:solidFill>
                <a:latin typeface="Calibri"/>
              </a:rPr>
              <a:t>Klicka på ikonen för att lägga till en bild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71" name="PlaceHolder 11"/>
          <p:cNvSpPr>
            <a:spLocks noGrp="1"/>
          </p:cNvSpPr>
          <p:nvPr>
            <p:ph type="body"/>
          </p:nvPr>
        </p:nvSpPr>
        <p:spPr>
          <a:xfrm>
            <a:off x="4555800" y="3486600"/>
            <a:ext cx="3089880" cy="30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6734" lnSpcReduction="20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sv-SE" sz="1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1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72" name="PlaceHolder 12"/>
          <p:cNvSpPr>
            <a:spLocks noGrp="1"/>
          </p:cNvSpPr>
          <p:nvPr>
            <p:ph type="body"/>
          </p:nvPr>
        </p:nvSpPr>
        <p:spPr>
          <a:xfrm>
            <a:off x="4555800" y="5930280"/>
            <a:ext cx="3089880" cy="30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6734" lnSpcReduction="20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sv-SE" sz="1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1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73" name="PlaceHolder 13"/>
          <p:cNvSpPr>
            <a:spLocks noGrp="1"/>
          </p:cNvSpPr>
          <p:nvPr>
            <p:ph type="body"/>
          </p:nvPr>
        </p:nvSpPr>
        <p:spPr>
          <a:xfrm>
            <a:off x="8263440" y="1557720"/>
            <a:ext cx="3080160" cy="1867320"/>
          </a:xfrm>
          <a:prstGeom prst="rect">
            <a:avLst/>
          </a:prstGeom>
          <a:solidFill>
            <a:schemeClr val="accent5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sv-SE" sz="1800" spc="-1" strike="noStrike">
                <a:solidFill>
                  <a:schemeClr val="dk1"/>
                </a:solidFill>
                <a:latin typeface="Calibri"/>
              </a:rPr>
              <a:t>Klicka på ikonen för att lägga till en bild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74" name="PlaceHolder 14"/>
          <p:cNvSpPr>
            <a:spLocks noGrp="1"/>
          </p:cNvSpPr>
          <p:nvPr>
            <p:ph type="body"/>
          </p:nvPr>
        </p:nvSpPr>
        <p:spPr>
          <a:xfrm>
            <a:off x="8263440" y="3995280"/>
            <a:ext cx="3080160" cy="1867320"/>
          </a:xfrm>
          <a:prstGeom prst="rect">
            <a:avLst/>
          </a:prstGeom>
          <a:solidFill>
            <a:schemeClr val="accent5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sv-SE" sz="1800" spc="-1" strike="noStrike">
                <a:solidFill>
                  <a:schemeClr val="dk1"/>
                </a:solidFill>
                <a:latin typeface="Calibri"/>
              </a:rPr>
              <a:t>Klicka på ikonen för att lägga till en bild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75" name="PlaceHolder 15"/>
          <p:cNvSpPr>
            <a:spLocks noGrp="1"/>
          </p:cNvSpPr>
          <p:nvPr>
            <p:ph type="body"/>
          </p:nvPr>
        </p:nvSpPr>
        <p:spPr>
          <a:xfrm>
            <a:off x="8263440" y="3509640"/>
            <a:ext cx="3089880" cy="30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6734" lnSpcReduction="20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sv-SE" sz="1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1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76" name="PlaceHolder 16"/>
          <p:cNvSpPr>
            <a:spLocks noGrp="1"/>
          </p:cNvSpPr>
          <p:nvPr>
            <p:ph type="body"/>
          </p:nvPr>
        </p:nvSpPr>
        <p:spPr>
          <a:xfrm>
            <a:off x="8263440" y="5952960"/>
            <a:ext cx="3089880" cy="30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86734" lnSpcReduction="20000"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sv-SE" sz="1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1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4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800" cy="880560"/>
          </a:xfrm>
          <a:prstGeom prst="rect">
            <a:avLst/>
          </a:prstGeom>
          <a:ln w="0">
            <a:noFill/>
          </a:ln>
        </p:spPr>
      </p:pic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2523240" y="365040"/>
            <a:ext cx="6591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sv-SE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mall för rubrikformat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D37DBA4-87C2-4576-AB2C-63A4F61AD5D8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2" name="Picture 5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sp>
        <p:nvSpPr>
          <p:cNvPr id="83" name="PlaceHolder 5"/>
          <p:cNvSpPr>
            <a:spLocks noGrp="1"/>
          </p:cNvSpPr>
          <p:nvPr>
            <p:ph type="body"/>
          </p:nvPr>
        </p:nvSpPr>
        <p:spPr>
          <a:xfrm>
            <a:off x="837720" y="1782720"/>
            <a:ext cx="7772400" cy="4420440"/>
          </a:xfrm>
          <a:prstGeom prst="rect">
            <a:avLst/>
          </a:prstGeom>
          <a:solidFill>
            <a:schemeClr val="accent5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sv-SE" sz="1800" spc="-1" strike="noStrike">
                <a:solidFill>
                  <a:schemeClr val="dk1"/>
                </a:solidFill>
                <a:latin typeface="Calibri"/>
              </a:rPr>
              <a:t>Klicka på ikonen för att lägga till en bild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4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800" cy="880560"/>
          </a:xfrm>
          <a:prstGeom prst="rect">
            <a:avLst/>
          </a:prstGeom>
          <a:ln w="0">
            <a:noFill/>
          </a:ln>
        </p:spPr>
      </p:pic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2523240" y="365040"/>
            <a:ext cx="6591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sv-SE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mall för rubrikformat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A4ED1FD-0291-4EE3-ADF9-762304B30D2A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89" name="Picture 5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sp>
        <p:nvSpPr>
          <p:cNvPr id="90" name="PlaceHolder 5"/>
          <p:cNvSpPr>
            <a:spLocks noGrp="1"/>
          </p:cNvSpPr>
          <p:nvPr>
            <p:ph type="body"/>
          </p:nvPr>
        </p:nvSpPr>
        <p:spPr>
          <a:xfrm>
            <a:off x="838080" y="1782720"/>
            <a:ext cx="7772040" cy="4420440"/>
          </a:xfrm>
          <a:prstGeom prst="rect">
            <a:avLst/>
          </a:prstGeom>
          <a:solidFill>
            <a:schemeClr val="accent5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sv-SE" sz="1800" spc="-1" strike="noStrike">
                <a:solidFill>
                  <a:schemeClr val="dk1"/>
                </a:solidFill>
                <a:latin typeface="Calibri"/>
              </a:rPr>
              <a:t>Klicka på ikonen för att lägga till ett medieklipp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4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800" cy="880560"/>
          </a:xfrm>
          <a:prstGeom prst="rect">
            <a:avLst/>
          </a:prstGeom>
          <a:ln w="0">
            <a:noFill/>
          </a:ln>
        </p:spPr>
      </p:pic>
      <p:sp>
        <p:nvSpPr>
          <p:cNvPr id="92" name="PlaceHolder 1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3" name="PlaceHolder 2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4" name="PlaceHolder 3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F6EB06B-BB99-40FD-97CE-AEE32F110219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95" name="Picture 4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sp>
        <p:nvSpPr>
          <p:cNvPr id="96" name="PlaceHolder 4"/>
          <p:cNvSpPr>
            <a:spLocks noGrp="1"/>
          </p:cNvSpPr>
          <p:nvPr>
            <p:ph type="body"/>
          </p:nvPr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accent5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sv-SE" sz="1800" spc="-1" strike="noStrike">
                <a:solidFill>
                  <a:schemeClr val="dk1"/>
                </a:solidFill>
                <a:latin typeface="Calibri"/>
              </a:rPr>
              <a:t>Klicka på ikonen för att lägga till en bild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4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7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800" cy="880560"/>
          </a:xfrm>
          <a:prstGeom prst="rect">
            <a:avLst/>
          </a:prstGeom>
          <a:ln w="0">
            <a:noFill/>
          </a:ln>
        </p:spPr>
      </p:pic>
      <p:sp>
        <p:nvSpPr>
          <p:cNvPr id="98" name="PlaceHolder 1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9" name="PlaceHolder 2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62D1829-5076-4066-B360-8C2C96EE38BA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01" name="Picture 4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sp>
        <p:nvSpPr>
          <p:cNvPr id="102" name="PlaceHolder 4"/>
          <p:cNvSpPr>
            <a:spLocks noGrp="1"/>
          </p:cNvSpPr>
          <p:nvPr>
            <p:ph type="body"/>
          </p:nvPr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accent5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</a:pPr>
            <a:r>
              <a:rPr b="0" lang="sv-SE" sz="1800" spc="-1" strike="noStrike">
                <a:solidFill>
                  <a:schemeClr val="dk1"/>
                </a:solidFill>
                <a:latin typeface="Calibri"/>
              </a:rPr>
              <a:t>Klicka på ikonen för att lägga till ett medieklipp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4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800" cy="880560"/>
          </a:xfrm>
          <a:prstGeom prst="rect">
            <a:avLst/>
          </a:prstGeom>
          <a:ln w="0">
            <a:noFill/>
          </a:ln>
        </p:spPr>
      </p:pic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1523880" y="1269720"/>
            <a:ext cx="9143640" cy="22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sv-SE" sz="6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mall för rubrikformat</a:t>
            </a:r>
            <a:endParaRPr b="0" lang="en-SE" sz="6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dt" idx="3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ftr" idx="3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 type="sldNum" idx="3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F8CA380-CEEB-481F-9004-2B7818BB42DA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08" name="Picture 7" descr="A close up of a logo&#10;&#10;Description automatically generated"/>
          <p:cNvPicPr/>
          <p:nvPr/>
        </p:nvPicPr>
        <p:blipFill>
          <a:blip r:embed="rId3"/>
          <a:stretch/>
        </p:blipFill>
        <p:spPr>
          <a:xfrm>
            <a:off x="8179560" y="171360"/>
            <a:ext cx="3605040" cy="783000"/>
          </a:xfrm>
          <a:prstGeom prst="rect">
            <a:avLst/>
          </a:prstGeom>
          <a:ln w="0">
            <a:noFill/>
          </a:ln>
        </p:spPr>
      </p:pic>
      <p:cxnSp>
        <p:nvCxnSpPr>
          <p:cNvPr id="109" name="Straight Connector 8"/>
          <p:cNvCxnSpPr/>
          <p:nvPr/>
        </p:nvCxnSpPr>
        <p:spPr>
          <a:xfrm flipH="1">
            <a:off x="0" y="6811560"/>
            <a:ext cx="12192120" cy="360"/>
          </a:xfrm>
          <a:prstGeom prst="straightConnector1">
            <a:avLst/>
          </a:prstGeom>
          <a:ln w="101600">
            <a:solidFill>
              <a:srgbClr val="a7c947"/>
            </a:solidFill>
          </a:ln>
        </p:spPr>
      </p:cxnSp>
      <p:sp>
        <p:nvSpPr>
          <p:cNvPr id="11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the outline text format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Outline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Outline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Sixth Outline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Seventh Outline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4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3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800" cy="880560"/>
          </a:xfrm>
          <a:prstGeom prst="rect">
            <a:avLst/>
          </a:prstGeom>
          <a:ln w="0">
            <a:noFill/>
          </a:ln>
        </p:spPr>
      </p:pic>
      <p:sp>
        <p:nvSpPr>
          <p:cNvPr id="114" name="PlaceHolder 1"/>
          <p:cNvSpPr>
            <a:spLocks noGrp="1"/>
          </p:cNvSpPr>
          <p:nvPr>
            <p:ph type="dt" idx="3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ftr" idx="3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sldNum" idx="3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7A85153-A565-43B4-BCE1-CA9CA7B5C92C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 type="body"/>
          </p:nvPr>
        </p:nvSpPr>
        <p:spPr>
          <a:xfrm>
            <a:off x="838080" y="1620360"/>
            <a:ext cx="10515240" cy="455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sv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cxnSp>
        <p:nvCxnSpPr>
          <p:cNvPr id="118" name="Straight Connector 11"/>
          <p:cNvCxnSpPr/>
          <p:nvPr/>
        </p:nvCxnSpPr>
        <p:spPr>
          <a:xfrm>
            <a:off x="778680" y="1395360"/>
            <a:ext cx="10515960" cy="360"/>
          </a:xfrm>
          <a:prstGeom prst="straightConnector1">
            <a:avLst/>
          </a:prstGeom>
          <a:ln w="12700">
            <a:solidFill>
              <a:srgbClr val="a7c947"/>
            </a:solidFill>
          </a:ln>
        </p:spPr>
      </p:cxnSp>
      <p:cxnSp>
        <p:nvCxnSpPr>
          <p:cNvPr id="119" name="Straight Connector 14"/>
          <p:cNvCxnSpPr/>
          <p:nvPr/>
        </p:nvCxnSpPr>
        <p:spPr>
          <a:xfrm flipH="1">
            <a:off x="0" y="6811560"/>
            <a:ext cx="12192120" cy="360"/>
          </a:xfrm>
          <a:prstGeom prst="straightConnector1">
            <a:avLst/>
          </a:prstGeom>
          <a:ln w="101600">
            <a:solidFill>
              <a:srgbClr val="a7c947"/>
            </a:solidFill>
          </a:ln>
        </p:spPr>
      </p:cxnSp>
      <p:pic>
        <p:nvPicPr>
          <p:cNvPr id="120" name="Picture 9" descr="A picture containing food&#10;&#10;Description automatically generated"/>
          <p:cNvPicPr/>
          <p:nvPr/>
        </p:nvPicPr>
        <p:blipFill>
          <a:blip r:embed="rId3"/>
          <a:stretch/>
        </p:blipFill>
        <p:spPr>
          <a:xfrm>
            <a:off x="8295840" y="181440"/>
            <a:ext cx="3057840" cy="767880"/>
          </a:xfrm>
          <a:prstGeom prst="rect">
            <a:avLst/>
          </a:prstGeom>
          <a:ln w="0">
            <a:noFill/>
          </a:ln>
        </p:spPr>
      </p:pic>
      <p:pic>
        <p:nvPicPr>
          <p:cNvPr id="121" name="Picture 10" descr="A close up of a logo&#10;&#10;Description automatically generated"/>
          <p:cNvPicPr/>
          <p:nvPr/>
        </p:nvPicPr>
        <p:blipFill>
          <a:blip r:embed="rId4"/>
          <a:stretch/>
        </p:blipFill>
        <p:spPr>
          <a:xfrm>
            <a:off x="3857400" y="120600"/>
            <a:ext cx="3605040" cy="78300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5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800" cy="880560"/>
          </a:xfrm>
          <a:prstGeom prst="rect">
            <a:avLst/>
          </a:prstGeom>
          <a:ln w="0">
            <a:noFill/>
          </a:ln>
        </p:spPr>
      </p:pic>
      <p:sp>
        <p:nvSpPr>
          <p:cNvPr id="123" name="PlaceHolder 1"/>
          <p:cNvSpPr>
            <a:spLocks noGrp="1"/>
          </p:cNvSpPr>
          <p:nvPr>
            <p:ph type="body"/>
          </p:nvPr>
        </p:nvSpPr>
        <p:spPr>
          <a:xfrm>
            <a:off x="335880" y="1778400"/>
            <a:ext cx="11519640" cy="431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499"/>
              </a:spcBef>
              <a:buNone/>
            </a:pP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två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tre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fyra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fem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title"/>
          </p:nvPr>
        </p:nvSpPr>
        <p:spPr>
          <a:xfrm>
            <a:off x="2662200" y="318960"/>
            <a:ext cx="6174000" cy="121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en-US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title style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800" cy="880560"/>
          </a:xfrm>
          <a:prstGeom prst="rect">
            <a:avLst/>
          </a:prstGeom>
          <a:ln w="0">
            <a:noFill/>
          </a:ln>
        </p:spPr>
      </p:pic>
      <p:sp>
        <p:nvSpPr>
          <p:cNvPr id="126" name="PlaceHolder 1"/>
          <p:cNvSpPr>
            <a:spLocks noGrp="1"/>
          </p:cNvSpPr>
          <p:nvPr>
            <p:ph type="body"/>
          </p:nvPr>
        </p:nvSpPr>
        <p:spPr>
          <a:xfrm>
            <a:off x="433440" y="1778400"/>
            <a:ext cx="5375520" cy="4553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6342120" y="1778400"/>
            <a:ext cx="5375520" cy="4553640"/>
          </a:xfrm>
          <a:prstGeom prst="rect">
            <a:avLst/>
          </a:prstGeom>
          <a:noFill/>
          <a:ln w="0">
            <a:noFill/>
          </a:ln>
        </p:spPr>
        <p:txBody>
          <a:bodyPr lIns="0" rIns="91440" tIns="0" bIns="0" anchor="t">
            <a:norm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US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title"/>
          </p:nvPr>
        </p:nvSpPr>
        <p:spPr>
          <a:xfrm>
            <a:off x="2662200" y="318960"/>
            <a:ext cx="6174000" cy="12160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en-US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title style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800" cy="880560"/>
          </a:xfrm>
          <a:prstGeom prst="rect">
            <a:avLst/>
          </a:prstGeom>
          <a:ln w="0">
            <a:noFill/>
          </a:ln>
        </p:spPr>
      </p:pic>
      <p:sp>
        <p:nvSpPr>
          <p:cNvPr id="130" name="PlaceHolder 1"/>
          <p:cNvSpPr>
            <a:spLocks noGrp="1"/>
          </p:cNvSpPr>
          <p:nvPr>
            <p:ph type="dt" idx="4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 type="ftr" idx="4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2" name="PlaceHolder 3"/>
          <p:cNvSpPr>
            <a:spLocks noGrp="1"/>
          </p:cNvSpPr>
          <p:nvPr>
            <p:ph type="sldNum" idx="4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C1F0724-8C82-45A4-97F9-4E56F42D19DE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3" name="PlaceHolder 4"/>
          <p:cNvSpPr>
            <a:spLocks noGrp="1"/>
          </p:cNvSpPr>
          <p:nvPr>
            <p:ph type="title"/>
          </p:nvPr>
        </p:nvSpPr>
        <p:spPr>
          <a:xfrm>
            <a:off x="828360" y="1663560"/>
            <a:ext cx="10515240" cy="87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sv-SE" sz="3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mall för rubrikformat</a:t>
            </a:r>
            <a:endParaRPr b="0" lang="en-SE" sz="3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34" name="PlaceHolder 5"/>
          <p:cNvSpPr>
            <a:spLocks noGrp="1"/>
          </p:cNvSpPr>
          <p:nvPr>
            <p:ph type="body"/>
          </p:nvPr>
        </p:nvSpPr>
        <p:spPr>
          <a:xfrm>
            <a:off x="828360" y="2583000"/>
            <a:ext cx="10515240" cy="49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sv-SE" sz="2400" spc="-1" strike="noStrike">
                <a:solidFill>
                  <a:schemeClr val="accent6">
                    <a:lumMod val="5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cxnSp>
        <p:nvCxnSpPr>
          <p:cNvPr id="135" name="Straight Connector 16"/>
          <p:cNvCxnSpPr/>
          <p:nvPr/>
        </p:nvCxnSpPr>
        <p:spPr>
          <a:xfrm flipH="1">
            <a:off x="0" y="6811560"/>
            <a:ext cx="12192120" cy="360"/>
          </a:xfrm>
          <a:prstGeom prst="straightConnector1">
            <a:avLst/>
          </a:prstGeom>
          <a:ln w="101600">
            <a:solidFill>
              <a:srgbClr val="a7c947"/>
            </a:solidFill>
          </a:ln>
        </p:spPr>
      </p:cxnSp>
      <p:cxnSp>
        <p:nvCxnSpPr>
          <p:cNvPr id="136" name="Straight Connector 17"/>
          <p:cNvCxnSpPr/>
          <p:nvPr/>
        </p:nvCxnSpPr>
        <p:spPr>
          <a:xfrm>
            <a:off x="778680" y="1476360"/>
            <a:ext cx="10515960" cy="360"/>
          </a:xfrm>
          <a:prstGeom prst="straightConnector1">
            <a:avLst/>
          </a:prstGeom>
          <a:ln w="12700">
            <a:solidFill>
              <a:srgbClr val="a7c947"/>
            </a:solidFill>
          </a:ln>
        </p:spPr>
      </p:cxnSp>
      <p:pic>
        <p:nvPicPr>
          <p:cNvPr id="137" name="Picture 9" descr="A close up of a logo&#10;&#10;Description automatically generated"/>
          <p:cNvPicPr/>
          <p:nvPr/>
        </p:nvPicPr>
        <p:blipFill>
          <a:blip r:embed="rId3"/>
          <a:stretch/>
        </p:blipFill>
        <p:spPr>
          <a:xfrm>
            <a:off x="8179560" y="171360"/>
            <a:ext cx="3605040" cy="78300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4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800" cy="880560"/>
          </a:xfrm>
          <a:prstGeom prst="rect">
            <a:avLst/>
          </a:prstGeom>
          <a:ln w="0">
            <a:noFill/>
          </a:ln>
        </p:spPr>
      </p:pic>
      <p:sp>
        <p:nvSpPr>
          <p:cNvPr id="139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sv-SE" sz="4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mall för rubrikformat</a:t>
            </a:r>
            <a:endParaRPr b="0" lang="en-SE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sv-SE" sz="2400" spc="-1" strike="noStrike">
                <a:solidFill>
                  <a:schemeClr val="lt1">
                    <a:lumMod val="5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 type="dt" idx="4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2" name="PlaceHolder 4"/>
          <p:cNvSpPr>
            <a:spLocks noGrp="1"/>
          </p:cNvSpPr>
          <p:nvPr>
            <p:ph type="ftr" idx="4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PlaceHolder 5"/>
          <p:cNvSpPr>
            <a:spLocks noGrp="1"/>
          </p:cNvSpPr>
          <p:nvPr>
            <p:ph type="sldNum" idx="4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B465025-12BE-428F-8C5D-ADAB4F69FE76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cxnSp>
        <p:nvCxnSpPr>
          <p:cNvPr id="144" name="Straight Connector 9"/>
          <p:cNvCxnSpPr/>
          <p:nvPr/>
        </p:nvCxnSpPr>
        <p:spPr>
          <a:xfrm flipH="1">
            <a:off x="0" y="6811560"/>
            <a:ext cx="12192120" cy="360"/>
          </a:xfrm>
          <a:prstGeom prst="straightConnector1">
            <a:avLst/>
          </a:prstGeom>
          <a:ln w="101600">
            <a:solidFill>
              <a:srgbClr val="a7c947"/>
            </a:solidFill>
          </a:ln>
        </p:spPr>
      </p:cxnSp>
      <p:pic>
        <p:nvPicPr>
          <p:cNvPr id="145" name="Picture 8" descr="A close up of a logo&#10;&#10;Description automatically generated"/>
          <p:cNvPicPr/>
          <p:nvPr/>
        </p:nvPicPr>
        <p:blipFill>
          <a:blip r:embed="rId3"/>
          <a:stretch/>
        </p:blipFill>
        <p:spPr>
          <a:xfrm>
            <a:off x="8179560" y="171360"/>
            <a:ext cx="3605040" cy="78300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4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800" cy="880560"/>
          </a:xfrm>
          <a:prstGeom prst="rect">
            <a:avLst/>
          </a:prstGeom>
          <a:ln w="0">
            <a:noFill/>
          </a:ln>
        </p:spPr>
      </p:pic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6097680" y="1195200"/>
            <a:ext cx="5256000" cy="9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sv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mall för rubrikformat</a:t>
            </a:r>
            <a:endParaRPr b="0" lang="en-SE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5223600" cy="6857640"/>
          </a:xfrm>
          <a:prstGeom prst="rect">
            <a:avLst/>
          </a:prstGeom>
          <a:solidFill>
            <a:schemeClr val="accent5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sv-SE" sz="3200" spc="-1" strike="noStrike">
                <a:solidFill>
                  <a:schemeClr val="dk1"/>
                </a:solidFill>
                <a:latin typeface="Calibri"/>
              </a:rPr>
              <a:t>Klicka på ikonen för att lägga till en bild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body"/>
          </p:nvPr>
        </p:nvSpPr>
        <p:spPr>
          <a:xfrm>
            <a:off x="6097680" y="2226240"/>
            <a:ext cx="5256000" cy="377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2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pic>
        <p:nvPicPr>
          <p:cNvPr id="150" name="Picture 15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sp>
        <p:nvSpPr>
          <p:cNvPr id="151" name="PlaceHolder 4"/>
          <p:cNvSpPr>
            <a:spLocks noGrp="1"/>
          </p:cNvSpPr>
          <p:nvPr>
            <p:ph type="dt" idx="4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2" name="PlaceHolder 5"/>
          <p:cNvSpPr>
            <a:spLocks noGrp="1"/>
          </p:cNvSpPr>
          <p:nvPr>
            <p:ph type="ftr" idx="4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PlaceHolder 6"/>
          <p:cNvSpPr>
            <a:spLocks noGrp="1"/>
          </p:cNvSpPr>
          <p:nvPr>
            <p:ph type="sldNum" idx="4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1915102-75DA-4B3F-A17A-CF82C939F2E4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54" name="Graphic 5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5433480" y="365040"/>
            <a:ext cx="1641240" cy="60264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6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800" cy="880560"/>
          </a:xfrm>
          <a:prstGeom prst="rect">
            <a:avLst/>
          </a:prstGeom>
          <a:ln w="0">
            <a:noFill/>
          </a:ln>
        </p:spPr>
      </p:pic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6097680" y="1195200"/>
            <a:ext cx="5256000" cy="9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sv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mall för rubrikformat</a:t>
            </a:r>
            <a:endParaRPr b="0" lang="en-SE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6097680" y="2226240"/>
            <a:ext cx="5256000" cy="377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2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dt" idx="4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 type="ftr" idx="5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0" name="PlaceHolder 5"/>
          <p:cNvSpPr>
            <a:spLocks noGrp="1"/>
          </p:cNvSpPr>
          <p:nvPr>
            <p:ph type="sldNum" idx="5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169A25A-FFC1-4EE5-A2EA-558E11112CE9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61" name="Picture 15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sp>
        <p:nvSpPr>
          <p:cNvPr id="162" name="Rectangle 8"/>
          <p:cNvSpPr/>
          <p:nvPr/>
        </p:nvSpPr>
        <p:spPr>
          <a:xfrm>
            <a:off x="0" y="0"/>
            <a:ext cx="5256000" cy="6857640"/>
          </a:xfrm>
          <a:prstGeom prst="rect">
            <a:avLst/>
          </a:prstGeom>
          <a:solidFill>
            <a:srgbClr val="a7c9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SE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63" name="Graphic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5433480" y="365040"/>
            <a:ext cx="1641240" cy="60264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6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800" cy="880560"/>
          </a:xfrm>
          <a:prstGeom prst="rect">
            <a:avLst/>
          </a:prstGeom>
          <a:ln w="0">
            <a:noFill/>
          </a:ln>
        </p:spPr>
      </p:pic>
      <p:sp>
        <p:nvSpPr>
          <p:cNvPr id="165" name="PlaceHolder 1"/>
          <p:cNvSpPr>
            <a:spLocks noGrp="1"/>
          </p:cNvSpPr>
          <p:nvPr>
            <p:ph type="body"/>
          </p:nvPr>
        </p:nvSpPr>
        <p:spPr>
          <a:xfrm>
            <a:off x="838080" y="1590120"/>
            <a:ext cx="3803040" cy="458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två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tre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fyra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fem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166" name="PlaceHolder 2"/>
          <p:cNvSpPr>
            <a:spLocks noGrp="1"/>
          </p:cNvSpPr>
          <p:nvPr>
            <p:ph type="dt" idx="5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3"/>
          <p:cNvSpPr>
            <a:spLocks noGrp="1"/>
          </p:cNvSpPr>
          <p:nvPr>
            <p:ph type="ftr" idx="5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PlaceHolder 4"/>
          <p:cNvSpPr>
            <a:spLocks noGrp="1"/>
          </p:cNvSpPr>
          <p:nvPr>
            <p:ph type="sldNum" idx="5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4A81A1-A2D4-4661-8032-84CD3E2E1D00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PlaceHolder 5"/>
          <p:cNvSpPr>
            <a:spLocks noGrp="1"/>
          </p:cNvSpPr>
          <p:nvPr>
            <p:ph type="body"/>
          </p:nvPr>
        </p:nvSpPr>
        <p:spPr>
          <a:xfrm>
            <a:off x="4849920" y="1590120"/>
            <a:ext cx="6503760" cy="4586400"/>
          </a:xfrm>
          <a:prstGeom prst="rect">
            <a:avLst/>
          </a:prstGeom>
          <a:solidFill>
            <a:schemeClr val="accent5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sv-SE" sz="3200" spc="-1" strike="noStrike">
                <a:solidFill>
                  <a:schemeClr val="dk1"/>
                </a:solidFill>
                <a:latin typeface="Calibri"/>
              </a:rPr>
              <a:t>Klicka på ikonen för att lägga till en bild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170" name="PlaceHolder 6"/>
          <p:cNvSpPr>
            <a:spLocks noGrp="1"/>
          </p:cNvSpPr>
          <p:nvPr>
            <p:ph type="title"/>
          </p:nvPr>
        </p:nvSpPr>
        <p:spPr>
          <a:xfrm>
            <a:off x="2094840" y="365040"/>
            <a:ext cx="828108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sv-SE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mall för rubrikformat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  <p:cxnSp>
        <p:nvCxnSpPr>
          <p:cNvPr id="171" name="Straight Connector 18"/>
          <p:cNvCxnSpPr/>
          <p:nvPr/>
        </p:nvCxnSpPr>
        <p:spPr>
          <a:xfrm>
            <a:off x="828000" y="1221480"/>
            <a:ext cx="10515960" cy="360"/>
          </a:xfrm>
          <a:prstGeom prst="straightConnector1">
            <a:avLst/>
          </a:prstGeom>
          <a:ln w="12700">
            <a:solidFill>
              <a:srgbClr val="a7c947"/>
            </a:solidFill>
          </a:ln>
        </p:spPr>
      </p:cxnSp>
      <p:pic>
        <p:nvPicPr>
          <p:cNvPr id="172" name="Picture 19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4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3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800" cy="880560"/>
          </a:xfrm>
          <a:prstGeom prst="rect">
            <a:avLst/>
          </a:prstGeom>
          <a:ln w="0">
            <a:noFill/>
          </a:ln>
        </p:spPr>
      </p:pic>
      <p:sp>
        <p:nvSpPr>
          <p:cNvPr id="174" name="PlaceHolder 1"/>
          <p:cNvSpPr>
            <a:spLocks noGrp="1"/>
          </p:cNvSpPr>
          <p:nvPr>
            <p:ph type="body"/>
          </p:nvPr>
        </p:nvSpPr>
        <p:spPr>
          <a:xfrm>
            <a:off x="838080" y="1590120"/>
            <a:ext cx="3803040" cy="458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sv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175" name="PlaceHolder 2"/>
          <p:cNvSpPr>
            <a:spLocks noGrp="1"/>
          </p:cNvSpPr>
          <p:nvPr>
            <p:ph type="dt" idx="5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 type="ftr" idx="5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PlaceHolder 4"/>
          <p:cNvSpPr>
            <a:spLocks noGrp="1"/>
          </p:cNvSpPr>
          <p:nvPr>
            <p:ph type="sldNum" idx="5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F3DA660-4793-4B70-B8DC-2BDD30B7E1CB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8" name="PlaceHolder 5"/>
          <p:cNvSpPr>
            <a:spLocks noGrp="1"/>
          </p:cNvSpPr>
          <p:nvPr>
            <p:ph type="body"/>
          </p:nvPr>
        </p:nvSpPr>
        <p:spPr>
          <a:xfrm>
            <a:off x="4849920" y="1590120"/>
            <a:ext cx="6503760" cy="4586400"/>
          </a:xfrm>
          <a:prstGeom prst="rect">
            <a:avLst/>
          </a:prstGeom>
          <a:solidFill>
            <a:schemeClr val="accent5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sv-SE" sz="3200" spc="-1" strike="noStrike">
                <a:solidFill>
                  <a:schemeClr val="dk1"/>
                </a:solidFill>
                <a:latin typeface="Calibri"/>
              </a:rPr>
              <a:t>Klicka på ikonen för att lägga till en bild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179" name="PlaceHolder 6"/>
          <p:cNvSpPr>
            <a:spLocks noGrp="1"/>
          </p:cNvSpPr>
          <p:nvPr>
            <p:ph type="title"/>
          </p:nvPr>
        </p:nvSpPr>
        <p:spPr>
          <a:xfrm>
            <a:off x="2094840" y="365040"/>
            <a:ext cx="828108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sv-SE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mall för rubrikformat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  <p:cxnSp>
        <p:nvCxnSpPr>
          <p:cNvPr id="180" name="Straight Connector 18"/>
          <p:cNvCxnSpPr/>
          <p:nvPr/>
        </p:nvCxnSpPr>
        <p:spPr>
          <a:xfrm>
            <a:off x="828000" y="1221480"/>
            <a:ext cx="10515960" cy="360"/>
          </a:xfrm>
          <a:prstGeom prst="straightConnector1">
            <a:avLst/>
          </a:prstGeom>
          <a:ln w="12700">
            <a:solidFill>
              <a:srgbClr val="a7c947"/>
            </a:solidFill>
          </a:ln>
        </p:spPr>
      </p:cxnSp>
      <p:pic>
        <p:nvPicPr>
          <p:cNvPr id="181" name="Picture 19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4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800" cy="880560"/>
          </a:xfrm>
          <a:prstGeom prst="rect">
            <a:avLst/>
          </a:prstGeom>
          <a:ln w="0">
            <a:noFill/>
          </a:ln>
        </p:spPr>
      </p:pic>
      <p:sp>
        <p:nvSpPr>
          <p:cNvPr id="183" name="PlaceHolder 1"/>
          <p:cNvSpPr>
            <a:spLocks noGrp="1"/>
          </p:cNvSpPr>
          <p:nvPr>
            <p:ph type="body"/>
          </p:nvPr>
        </p:nvSpPr>
        <p:spPr>
          <a:xfrm>
            <a:off x="838080" y="1486800"/>
            <a:ext cx="10515240" cy="468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format på bakgrundstexten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två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tre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fyra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sv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Nivå fem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dt" idx="5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ftr" idx="5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6" name="PlaceHolder 4"/>
          <p:cNvSpPr>
            <a:spLocks noGrp="1"/>
          </p:cNvSpPr>
          <p:nvPr>
            <p:ph type="sldNum" idx="6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7E5C0E0-6810-4F3C-AA66-A890EB10A875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7" name="PlaceHolder 5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80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sv-SE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Klicka här för att ändra mall för rubrikformat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188" name="Picture 24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cxnSp>
        <p:nvCxnSpPr>
          <p:cNvPr id="189" name="Straight Connector 25"/>
          <p:cNvCxnSpPr/>
          <p:nvPr/>
        </p:nvCxnSpPr>
        <p:spPr>
          <a:xfrm>
            <a:off x="828000" y="1221480"/>
            <a:ext cx="10515960" cy="360"/>
          </a:xfrm>
          <a:prstGeom prst="straightConnector1">
            <a:avLst/>
          </a:prstGeom>
          <a:ln w="12700">
            <a:solidFill>
              <a:srgbClr val="a7c947"/>
            </a:solidFill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4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7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1523880" y="1254600"/>
            <a:ext cx="9143640" cy="225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en-GB" sz="6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title style</a:t>
            </a:r>
            <a:endParaRPr b="0" lang="en-SE" sz="6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dt" idx="6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ftr" idx="6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 type="sldNum" idx="6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531B800-8917-4809-831B-99174AC55309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194" name="Picture 9" descr="A picture containing food&#10;&#10;Description automatically generated"/>
          <p:cNvPicPr/>
          <p:nvPr/>
        </p:nvPicPr>
        <p:blipFill>
          <a:blip r:embed="rId2"/>
          <a:stretch/>
        </p:blipFill>
        <p:spPr>
          <a:xfrm>
            <a:off x="8295840" y="486360"/>
            <a:ext cx="3057840" cy="767880"/>
          </a:xfrm>
          <a:prstGeom prst="rect">
            <a:avLst/>
          </a:prstGeom>
          <a:ln w="0">
            <a:noFill/>
          </a:ln>
        </p:spPr>
      </p:pic>
      <p:pic>
        <p:nvPicPr>
          <p:cNvPr id="195" name="Picture 10" descr="A close up of a logo&#10;&#10;Description automatically generated"/>
          <p:cNvPicPr/>
          <p:nvPr/>
        </p:nvPicPr>
        <p:blipFill>
          <a:blip r:embed="rId3"/>
          <a:stretch/>
        </p:blipFill>
        <p:spPr>
          <a:xfrm>
            <a:off x="778680" y="486360"/>
            <a:ext cx="3605040" cy="783000"/>
          </a:xfrm>
          <a:prstGeom prst="rect">
            <a:avLst/>
          </a:prstGeom>
          <a:ln w="0">
            <a:noFill/>
          </a:ln>
        </p:spPr>
      </p:pic>
      <p:cxnSp>
        <p:nvCxnSpPr>
          <p:cNvPr id="196" name="Straight Connector 7"/>
          <p:cNvCxnSpPr/>
          <p:nvPr/>
        </p:nvCxnSpPr>
        <p:spPr>
          <a:xfrm flipH="1">
            <a:off x="0" y="6811560"/>
            <a:ext cx="12192120" cy="360"/>
          </a:xfrm>
          <a:prstGeom prst="straightConnector1">
            <a:avLst/>
          </a:prstGeom>
          <a:ln w="101600">
            <a:solidFill>
              <a:srgbClr val="a7c947"/>
            </a:solidFill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4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body"/>
          </p:nvPr>
        </p:nvSpPr>
        <p:spPr>
          <a:xfrm>
            <a:off x="838080" y="1486800"/>
            <a:ext cx="10515240" cy="468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00" name="PlaceHolder 2"/>
          <p:cNvSpPr>
            <a:spLocks noGrp="1"/>
          </p:cNvSpPr>
          <p:nvPr>
            <p:ph type="dt" idx="6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ftr" idx="6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2" name="PlaceHolder 4"/>
          <p:cNvSpPr>
            <a:spLocks noGrp="1"/>
          </p:cNvSpPr>
          <p:nvPr>
            <p:ph type="sldNum" idx="6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1DEB55B-8196-4041-B467-9FDCD714B58F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3" name="PlaceHolder 5"/>
          <p:cNvSpPr>
            <a:spLocks noGrp="1"/>
          </p:cNvSpPr>
          <p:nvPr>
            <p:ph type="title"/>
          </p:nvPr>
        </p:nvSpPr>
        <p:spPr>
          <a:xfrm>
            <a:off x="838080" y="365040"/>
            <a:ext cx="953784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title style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04" name="Picture 24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cxnSp>
        <p:nvCxnSpPr>
          <p:cNvPr id="205" name="Straight Connector 25"/>
          <p:cNvCxnSpPr/>
          <p:nvPr/>
        </p:nvCxnSpPr>
        <p:spPr>
          <a:xfrm>
            <a:off x="828000" y="1221480"/>
            <a:ext cx="10515960" cy="360"/>
          </a:xfrm>
          <a:prstGeom prst="straightConnector1">
            <a:avLst/>
          </a:prstGeom>
          <a:ln w="12700">
            <a:solidFill>
              <a:srgbClr val="a7c947"/>
            </a:solidFill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PlaceHolder 1"/>
          <p:cNvSpPr>
            <a:spLocks noGrp="1"/>
          </p:cNvSpPr>
          <p:nvPr>
            <p:ph type="body"/>
          </p:nvPr>
        </p:nvSpPr>
        <p:spPr>
          <a:xfrm>
            <a:off x="838080" y="1486800"/>
            <a:ext cx="5181120" cy="468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level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07" name="PlaceHolder 2"/>
          <p:cNvSpPr>
            <a:spLocks noGrp="1"/>
          </p:cNvSpPr>
          <p:nvPr>
            <p:ph type="body"/>
          </p:nvPr>
        </p:nvSpPr>
        <p:spPr>
          <a:xfrm>
            <a:off x="6172200" y="1486800"/>
            <a:ext cx="5181120" cy="468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level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08" name="PlaceHolder 3"/>
          <p:cNvSpPr>
            <a:spLocks noGrp="1"/>
          </p:cNvSpPr>
          <p:nvPr>
            <p:ph type="dt" idx="6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9" name="PlaceHolder 4"/>
          <p:cNvSpPr>
            <a:spLocks noGrp="1"/>
          </p:cNvSpPr>
          <p:nvPr>
            <p:ph type="ftr" idx="6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PlaceHolder 5"/>
          <p:cNvSpPr>
            <a:spLocks noGrp="1"/>
          </p:cNvSpPr>
          <p:nvPr>
            <p:ph type="sldNum" idx="6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C073676-E7A6-414B-890B-60664D8E2E3C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PlaceHolder 6"/>
          <p:cNvSpPr>
            <a:spLocks noGrp="1"/>
          </p:cNvSpPr>
          <p:nvPr>
            <p:ph type="title"/>
          </p:nvPr>
        </p:nvSpPr>
        <p:spPr>
          <a:xfrm>
            <a:off x="838080" y="365040"/>
            <a:ext cx="953784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title style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12" name="Picture 12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cxnSp>
        <p:nvCxnSpPr>
          <p:cNvPr id="213" name="Straight Connector 13"/>
          <p:cNvCxnSpPr/>
          <p:nvPr/>
        </p:nvCxnSpPr>
        <p:spPr>
          <a:xfrm>
            <a:off x="828000" y="1221480"/>
            <a:ext cx="10515960" cy="360"/>
          </a:xfrm>
          <a:prstGeom prst="straightConnector1">
            <a:avLst/>
          </a:prstGeom>
          <a:ln w="12700">
            <a:solidFill>
              <a:srgbClr val="a7c947"/>
            </a:solidFill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3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body"/>
          </p:nvPr>
        </p:nvSpPr>
        <p:spPr>
          <a:xfrm>
            <a:off x="839880" y="1596240"/>
            <a:ext cx="5157360" cy="50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GB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 type="body"/>
          </p:nvPr>
        </p:nvSpPr>
        <p:spPr>
          <a:xfrm>
            <a:off x="839880" y="2213280"/>
            <a:ext cx="5157360" cy="397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level</a:t>
            </a:r>
            <a:endParaRPr b="0" lang="en-SE" sz="2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 type="body"/>
          </p:nvPr>
        </p:nvSpPr>
        <p:spPr>
          <a:xfrm>
            <a:off x="6172200" y="1596240"/>
            <a:ext cx="5182920" cy="507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GB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17" name="PlaceHolder 4"/>
          <p:cNvSpPr>
            <a:spLocks noGrp="1"/>
          </p:cNvSpPr>
          <p:nvPr>
            <p:ph type="body"/>
          </p:nvPr>
        </p:nvSpPr>
        <p:spPr>
          <a:xfrm>
            <a:off x="6172200" y="2213280"/>
            <a:ext cx="5182920" cy="3976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level</a:t>
            </a:r>
            <a:endParaRPr b="0" lang="en-SE" sz="2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18" name="PlaceHolder 5"/>
          <p:cNvSpPr>
            <a:spLocks noGrp="1"/>
          </p:cNvSpPr>
          <p:nvPr>
            <p:ph type="dt" idx="7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PlaceHolder 6"/>
          <p:cNvSpPr>
            <a:spLocks noGrp="1"/>
          </p:cNvSpPr>
          <p:nvPr>
            <p:ph type="ftr" idx="7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PlaceHolder 7"/>
          <p:cNvSpPr>
            <a:spLocks noGrp="1"/>
          </p:cNvSpPr>
          <p:nvPr>
            <p:ph type="sldNum" idx="7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42BB52D-6990-402F-8D79-C619F0500E55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1" name="PlaceHolder 8"/>
          <p:cNvSpPr>
            <a:spLocks noGrp="1"/>
          </p:cNvSpPr>
          <p:nvPr>
            <p:ph type="title"/>
          </p:nvPr>
        </p:nvSpPr>
        <p:spPr>
          <a:xfrm>
            <a:off x="838080" y="365040"/>
            <a:ext cx="953784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title style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22" name="Picture 12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cxnSp>
        <p:nvCxnSpPr>
          <p:cNvPr id="223" name="Straight Connector 13"/>
          <p:cNvCxnSpPr/>
          <p:nvPr/>
        </p:nvCxnSpPr>
        <p:spPr>
          <a:xfrm>
            <a:off x="828000" y="1221480"/>
            <a:ext cx="10515960" cy="360"/>
          </a:xfrm>
          <a:prstGeom prst="straightConnector1">
            <a:avLst/>
          </a:prstGeom>
          <a:ln w="12700">
            <a:solidFill>
              <a:srgbClr val="a7c947"/>
            </a:solidFill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3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body"/>
          </p:nvPr>
        </p:nvSpPr>
        <p:spPr>
          <a:xfrm>
            <a:off x="838080" y="1590120"/>
            <a:ext cx="3144600" cy="458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level</a:t>
            </a:r>
            <a:endParaRPr b="0" lang="en-SE" sz="2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25" name="PlaceHolder 2"/>
          <p:cNvSpPr>
            <a:spLocks noGrp="1"/>
          </p:cNvSpPr>
          <p:nvPr>
            <p:ph type="dt" idx="7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ftr" idx="7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7" name="PlaceHolder 4"/>
          <p:cNvSpPr>
            <a:spLocks noGrp="1"/>
          </p:cNvSpPr>
          <p:nvPr>
            <p:ph type="sldNum" idx="7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8C5306-2DA6-4D2C-BA0C-F32A4A0C1604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8" name="PlaceHolder 5"/>
          <p:cNvSpPr>
            <a:spLocks noGrp="1"/>
          </p:cNvSpPr>
          <p:nvPr>
            <p:ph type="body"/>
          </p:nvPr>
        </p:nvSpPr>
        <p:spPr>
          <a:xfrm>
            <a:off x="4495680" y="1587240"/>
            <a:ext cx="3144600" cy="458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level</a:t>
            </a:r>
            <a:endParaRPr b="0" lang="en-SE" sz="2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29" name="PlaceHolder 6"/>
          <p:cNvSpPr>
            <a:spLocks noGrp="1"/>
          </p:cNvSpPr>
          <p:nvPr>
            <p:ph type="body"/>
          </p:nvPr>
        </p:nvSpPr>
        <p:spPr>
          <a:xfrm>
            <a:off x="8153280" y="1587240"/>
            <a:ext cx="3148200" cy="458640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the outline text format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Sixth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Seventh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30" name="PlaceHolder 7"/>
          <p:cNvSpPr>
            <a:spLocks noGrp="1"/>
          </p:cNvSpPr>
          <p:nvPr>
            <p:ph type="title"/>
          </p:nvPr>
        </p:nvSpPr>
        <p:spPr>
          <a:xfrm>
            <a:off x="838080" y="365040"/>
            <a:ext cx="953784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title style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31" name="Picture 16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cxnSp>
        <p:nvCxnSpPr>
          <p:cNvPr id="232" name="Straight Connector 17"/>
          <p:cNvCxnSpPr/>
          <p:nvPr/>
        </p:nvCxnSpPr>
        <p:spPr>
          <a:xfrm>
            <a:off x="828000" y="1221480"/>
            <a:ext cx="10515960" cy="360"/>
          </a:xfrm>
          <a:prstGeom prst="straightConnector1">
            <a:avLst/>
          </a:prstGeom>
          <a:ln w="12700">
            <a:solidFill>
              <a:srgbClr val="a7c947"/>
            </a:solidFill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3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PlaceHolder 1"/>
          <p:cNvSpPr>
            <a:spLocks noGrp="1"/>
          </p:cNvSpPr>
          <p:nvPr>
            <p:ph type="body"/>
          </p:nvPr>
        </p:nvSpPr>
        <p:spPr>
          <a:xfrm>
            <a:off x="990720" y="1709640"/>
            <a:ext cx="3047040" cy="426924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254160">
            <a:solidFill>
              <a:schemeClr val="accent6">
                <a:lumMod val="75000"/>
              </a:schemeClr>
            </a:solidFill>
            <a:miter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lt1"/>
                </a:solidFill>
                <a:latin typeface="Arial"/>
              </a:rPr>
              <a:t>Click to edit Master text styles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lt1"/>
                </a:solidFill>
                <a:latin typeface="Arial"/>
              </a:rPr>
              <a:t>Second level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lt1"/>
                </a:solidFill>
                <a:latin typeface="Arial"/>
              </a:rPr>
              <a:t>Third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lt1"/>
                </a:solidFill>
                <a:latin typeface="Arial"/>
              </a:rPr>
              <a:t>Fourth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lt1"/>
                </a:solidFill>
                <a:latin typeface="Arial"/>
              </a:rPr>
              <a:t>Fifth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34" name="PlaceHolder 2"/>
          <p:cNvSpPr>
            <a:spLocks noGrp="1"/>
          </p:cNvSpPr>
          <p:nvPr>
            <p:ph type="dt" idx="7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ftr" idx="7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6" name="PlaceHolder 4"/>
          <p:cNvSpPr>
            <a:spLocks noGrp="1"/>
          </p:cNvSpPr>
          <p:nvPr>
            <p:ph type="sldNum" idx="7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A9993E4-E6F0-40B3-93EC-ACC7CA00329A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7" name="PlaceHolder 5"/>
          <p:cNvSpPr>
            <a:spLocks noGrp="1"/>
          </p:cNvSpPr>
          <p:nvPr>
            <p:ph type="body"/>
          </p:nvPr>
        </p:nvSpPr>
        <p:spPr>
          <a:xfrm>
            <a:off x="4572360" y="1706400"/>
            <a:ext cx="3047040" cy="426924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254160">
            <a:solidFill>
              <a:schemeClr val="accent6">
                <a:lumMod val="75000"/>
              </a:schemeClr>
            </a:solidFill>
            <a:miter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lt1"/>
                </a:solidFill>
                <a:latin typeface="Arial"/>
              </a:rPr>
              <a:t>Click to edit Master text styles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lt1"/>
                </a:solidFill>
                <a:latin typeface="Arial"/>
              </a:rPr>
              <a:t>Second level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lt1"/>
                </a:solidFill>
                <a:latin typeface="Arial"/>
              </a:rPr>
              <a:t>Third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lt1"/>
                </a:solidFill>
                <a:latin typeface="Arial"/>
              </a:rPr>
              <a:t>Fourth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lt1"/>
                </a:solidFill>
                <a:latin typeface="Arial"/>
              </a:rPr>
              <a:t>Fifth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38" name="PlaceHolder 6"/>
          <p:cNvSpPr>
            <a:spLocks noGrp="1"/>
          </p:cNvSpPr>
          <p:nvPr>
            <p:ph type="body"/>
          </p:nvPr>
        </p:nvSpPr>
        <p:spPr>
          <a:xfrm>
            <a:off x="8154000" y="1706400"/>
            <a:ext cx="3047040" cy="4269240"/>
          </a:xfrm>
          <a:prstGeom prst="rect">
            <a:avLst/>
          </a:prstGeom>
          <a:solidFill>
            <a:schemeClr val="accent6">
              <a:lumMod val="75000"/>
            </a:schemeClr>
          </a:solidFill>
          <a:ln w="254160">
            <a:solidFill>
              <a:schemeClr val="accent6">
                <a:lumMod val="75000"/>
              </a:schemeClr>
            </a:solidFill>
            <a:miter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lt1"/>
                </a:solidFill>
                <a:latin typeface="Arial"/>
              </a:rPr>
              <a:t>Click to edit Master text styles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lt1"/>
                </a:solidFill>
                <a:latin typeface="Arial"/>
              </a:rPr>
              <a:t>Second level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lt1"/>
                </a:solidFill>
                <a:latin typeface="Arial"/>
              </a:rPr>
              <a:t>Third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lt1"/>
                </a:solidFill>
                <a:latin typeface="Arial"/>
              </a:rPr>
              <a:t>Fourth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ffffff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lt1"/>
                </a:solidFill>
                <a:latin typeface="Arial"/>
              </a:rPr>
              <a:t>Fifth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39" name="PlaceHolder 7"/>
          <p:cNvSpPr>
            <a:spLocks noGrp="1"/>
          </p:cNvSpPr>
          <p:nvPr>
            <p:ph type="title"/>
          </p:nvPr>
        </p:nvSpPr>
        <p:spPr>
          <a:xfrm>
            <a:off x="838080" y="365040"/>
            <a:ext cx="953784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title style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40" name="Picture 14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cxnSp>
        <p:nvCxnSpPr>
          <p:cNvPr id="241" name="Straight Connector 15"/>
          <p:cNvCxnSpPr/>
          <p:nvPr/>
        </p:nvCxnSpPr>
        <p:spPr>
          <a:xfrm>
            <a:off x="828000" y="1221480"/>
            <a:ext cx="10515960" cy="360"/>
          </a:xfrm>
          <a:prstGeom prst="straightConnector1">
            <a:avLst/>
          </a:prstGeom>
          <a:ln w="12700">
            <a:solidFill>
              <a:srgbClr val="a7c947"/>
            </a:solidFill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3" r:id="rId3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dt" idx="7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 type="ftr" idx="8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4" name="PlaceHolder 3"/>
          <p:cNvSpPr>
            <a:spLocks noGrp="1"/>
          </p:cNvSpPr>
          <p:nvPr>
            <p:ph type="sldNum" idx="8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1F395FB-8FF7-4CEE-8DDC-AFD8E85A02DF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5" name="PlaceHolder 4"/>
          <p:cNvSpPr>
            <a:spLocks noGrp="1"/>
          </p:cNvSpPr>
          <p:nvPr>
            <p:ph type="title"/>
          </p:nvPr>
        </p:nvSpPr>
        <p:spPr>
          <a:xfrm>
            <a:off x="838080" y="365040"/>
            <a:ext cx="953784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title style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246" name="Picture 14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cxnSp>
        <p:nvCxnSpPr>
          <p:cNvPr id="247" name="Straight Connector 15"/>
          <p:cNvCxnSpPr/>
          <p:nvPr/>
        </p:nvCxnSpPr>
        <p:spPr>
          <a:xfrm>
            <a:off x="828000" y="1221480"/>
            <a:ext cx="10515960" cy="360"/>
          </a:xfrm>
          <a:prstGeom prst="straightConnector1">
            <a:avLst/>
          </a:prstGeom>
          <a:ln w="12700">
            <a:solidFill>
              <a:srgbClr val="a7c947"/>
            </a:solidFill>
          </a:ln>
        </p:spPr>
      </p:cxnSp>
      <p:sp>
        <p:nvSpPr>
          <p:cNvPr id="248" name="PlaceHolder 5"/>
          <p:cNvSpPr>
            <a:spLocks noGrp="1"/>
          </p:cNvSpPr>
          <p:nvPr>
            <p:ph type="body"/>
          </p:nvPr>
        </p:nvSpPr>
        <p:spPr>
          <a:xfrm>
            <a:off x="859320" y="1557720"/>
            <a:ext cx="3080160" cy="18673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the outline text format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Sixth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Seventh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49" name="PlaceHolder 6"/>
          <p:cNvSpPr>
            <a:spLocks noGrp="1"/>
          </p:cNvSpPr>
          <p:nvPr>
            <p:ph type="body"/>
          </p:nvPr>
        </p:nvSpPr>
        <p:spPr>
          <a:xfrm>
            <a:off x="859320" y="3995280"/>
            <a:ext cx="3080160" cy="18673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the outline text format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Sixth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Seventh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50" name="PlaceHolder 7"/>
          <p:cNvSpPr>
            <a:spLocks noGrp="1"/>
          </p:cNvSpPr>
          <p:nvPr>
            <p:ph type="body"/>
          </p:nvPr>
        </p:nvSpPr>
        <p:spPr>
          <a:xfrm>
            <a:off x="848160" y="3486600"/>
            <a:ext cx="3089880" cy="30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GB" sz="1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1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51" name="PlaceHolder 8"/>
          <p:cNvSpPr>
            <a:spLocks noGrp="1"/>
          </p:cNvSpPr>
          <p:nvPr>
            <p:ph type="body"/>
          </p:nvPr>
        </p:nvSpPr>
        <p:spPr>
          <a:xfrm>
            <a:off x="848160" y="5930280"/>
            <a:ext cx="3089880" cy="30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GB" sz="1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1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52" name="PlaceHolder 9"/>
          <p:cNvSpPr>
            <a:spLocks noGrp="1"/>
          </p:cNvSpPr>
          <p:nvPr>
            <p:ph type="body"/>
          </p:nvPr>
        </p:nvSpPr>
        <p:spPr>
          <a:xfrm>
            <a:off x="4566960" y="1557720"/>
            <a:ext cx="3080160" cy="18673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the outline text format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Sixth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Seventh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53" name="PlaceHolder 10"/>
          <p:cNvSpPr>
            <a:spLocks noGrp="1"/>
          </p:cNvSpPr>
          <p:nvPr>
            <p:ph type="body"/>
          </p:nvPr>
        </p:nvSpPr>
        <p:spPr>
          <a:xfrm>
            <a:off x="4566960" y="3995280"/>
            <a:ext cx="3080160" cy="18673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the outline text format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Sixth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Seventh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54" name="PlaceHolder 11"/>
          <p:cNvSpPr>
            <a:spLocks noGrp="1"/>
          </p:cNvSpPr>
          <p:nvPr>
            <p:ph type="body"/>
          </p:nvPr>
        </p:nvSpPr>
        <p:spPr>
          <a:xfrm>
            <a:off x="4555800" y="3486600"/>
            <a:ext cx="3089880" cy="30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GB" sz="1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1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55" name="PlaceHolder 12"/>
          <p:cNvSpPr>
            <a:spLocks noGrp="1"/>
          </p:cNvSpPr>
          <p:nvPr>
            <p:ph type="body"/>
          </p:nvPr>
        </p:nvSpPr>
        <p:spPr>
          <a:xfrm>
            <a:off x="4555800" y="5930280"/>
            <a:ext cx="3089880" cy="30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GB" sz="1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1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56" name="PlaceHolder 13"/>
          <p:cNvSpPr>
            <a:spLocks noGrp="1"/>
          </p:cNvSpPr>
          <p:nvPr>
            <p:ph type="body"/>
          </p:nvPr>
        </p:nvSpPr>
        <p:spPr>
          <a:xfrm>
            <a:off x="8263440" y="1557720"/>
            <a:ext cx="3080160" cy="18673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the outline text format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Sixth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Seventh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57" name="PlaceHolder 14"/>
          <p:cNvSpPr>
            <a:spLocks noGrp="1"/>
          </p:cNvSpPr>
          <p:nvPr>
            <p:ph type="body"/>
          </p:nvPr>
        </p:nvSpPr>
        <p:spPr>
          <a:xfrm>
            <a:off x="8263440" y="3995280"/>
            <a:ext cx="3080160" cy="186732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the outline text format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Sixth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Seventh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58" name="PlaceHolder 15"/>
          <p:cNvSpPr>
            <a:spLocks noGrp="1"/>
          </p:cNvSpPr>
          <p:nvPr>
            <p:ph type="body"/>
          </p:nvPr>
        </p:nvSpPr>
        <p:spPr>
          <a:xfrm>
            <a:off x="8263440" y="3509640"/>
            <a:ext cx="3089880" cy="30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GB" sz="1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1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259" name="PlaceHolder 16"/>
          <p:cNvSpPr>
            <a:spLocks noGrp="1"/>
          </p:cNvSpPr>
          <p:nvPr>
            <p:ph type="body"/>
          </p:nvPr>
        </p:nvSpPr>
        <p:spPr>
          <a:xfrm>
            <a:off x="8263440" y="5952960"/>
            <a:ext cx="3089880" cy="30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en-GB" sz="1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1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5" r:id="rId3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827640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title style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 type="dt" idx="8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 type="ftr" idx="8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 type="sldNum" idx="8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ED16491-6DA1-4453-8476-4C742CD76AF6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64" name="Picture 5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sp>
        <p:nvSpPr>
          <p:cNvPr id="265" name="PlaceHolder 5"/>
          <p:cNvSpPr>
            <a:spLocks noGrp="1"/>
          </p:cNvSpPr>
          <p:nvPr>
            <p:ph type="body"/>
          </p:nvPr>
        </p:nvSpPr>
        <p:spPr>
          <a:xfrm>
            <a:off x="837720" y="1782720"/>
            <a:ext cx="7772400" cy="442044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the outline text format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Sixth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Seventh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7" r:id="rId3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827640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title style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67" name="PlaceHolder 2"/>
          <p:cNvSpPr>
            <a:spLocks noGrp="1"/>
          </p:cNvSpPr>
          <p:nvPr>
            <p:ph type="dt" idx="8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8" name="PlaceHolder 3"/>
          <p:cNvSpPr>
            <a:spLocks noGrp="1"/>
          </p:cNvSpPr>
          <p:nvPr>
            <p:ph type="ftr" idx="8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9" name="PlaceHolder 4"/>
          <p:cNvSpPr>
            <a:spLocks noGrp="1"/>
          </p:cNvSpPr>
          <p:nvPr>
            <p:ph type="sldNum" idx="8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A0813412-B3B3-4DDF-B021-4603D9E1CA82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70" name="Picture 5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sp>
        <p:nvSpPr>
          <p:cNvPr id="271" name="PlaceHolder 5"/>
          <p:cNvSpPr>
            <a:spLocks noGrp="1"/>
          </p:cNvSpPr>
          <p:nvPr>
            <p:ph type="body"/>
          </p:nvPr>
        </p:nvSpPr>
        <p:spPr>
          <a:xfrm>
            <a:off x="838080" y="1782720"/>
            <a:ext cx="7772040" cy="442044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the outline text format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Sixth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Seventh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9" r:id="rId3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dt" idx="8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 type="ftr" idx="8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 type="sldNum" idx="9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545FA7F-DEBA-48C6-ACC5-CB370D0F72F7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75" name="Picture 4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sp>
        <p:nvSpPr>
          <p:cNvPr id="276" name="PlaceHolder 4"/>
          <p:cNvSpPr>
            <a:spLocks noGrp="1"/>
          </p:cNvSpPr>
          <p:nvPr>
            <p:ph type="body"/>
          </p:nvPr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the outline text format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Sixth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Seventh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1" r:id="rId3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PlaceHolder 1"/>
          <p:cNvSpPr>
            <a:spLocks noGrp="1"/>
          </p:cNvSpPr>
          <p:nvPr>
            <p:ph type="dt" idx="9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8" name="PlaceHolder 2"/>
          <p:cNvSpPr>
            <a:spLocks noGrp="1"/>
          </p:cNvSpPr>
          <p:nvPr>
            <p:ph type="ftr" idx="9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9" name="PlaceHolder 3"/>
          <p:cNvSpPr>
            <a:spLocks noGrp="1"/>
          </p:cNvSpPr>
          <p:nvPr>
            <p:ph type="sldNum" idx="9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8D5C16D0-088C-4C5E-9D25-8DF2CAB01430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80" name="Picture 4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sp>
        <p:nvSpPr>
          <p:cNvPr id="281" name="PlaceHolder 4"/>
          <p:cNvSpPr>
            <a:spLocks noGrp="1"/>
          </p:cNvSpPr>
          <p:nvPr>
            <p:ph type="body"/>
          </p:nvPr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the outline text format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Sixth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Seventh Outline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3" r:id="rId3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PlaceHolder 1"/>
          <p:cNvSpPr>
            <a:spLocks noGrp="1"/>
          </p:cNvSpPr>
          <p:nvPr>
            <p:ph type="title"/>
          </p:nvPr>
        </p:nvSpPr>
        <p:spPr>
          <a:xfrm>
            <a:off x="1523880" y="1269720"/>
            <a:ext cx="9143640" cy="22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en-GB" sz="6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title style</a:t>
            </a:r>
            <a:endParaRPr b="0" lang="en-SE" sz="60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283" name="PlaceHolder 2"/>
          <p:cNvSpPr>
            <a:spLocks noGrp="1"/>
          </p:cNvSpPr>
          <p:nvPr>
            <p:ph type="dt" idx="9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4" name="PlaceHolder 3"/>
          <p:cNvSpPr>
            <a:spLocks noGrp="1"/>
          </p:cNvSpPr>
          <p:nvPr>
            <p:ph type="ftr" idx="9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5" name="PlaceHolder 4"/>
          <p:cNvSpPr>
            <a:spLocks noGrp="1"/>
          </p:cNvSpPr>
          <p:nvPr>
            <p:ph type="sldNum" idx="9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7921B11-FB2F-4E68-90C3-51C9D4C7814B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286" name="Picture 7" descr="A close up of a logo&#10;&#10;Description automatically generated"/>
          <p:cNvPicPr/>
          <p:nvPr/>
        </p:nvPicPr>
        <p:blipFill>
          <a:blip r:embed="rId2"/>
          <a:stretch/>
        </p:blipFill>
        <p:spPr>
          <a:xfrm>
            <a:off x="778680" y="486360"/>
            <a:ext cx="3605040" cy="783000"/>
          </a:xfrm>
          <a:prstGeom prst="rect">
            <a:avLst/>
          </a:prstGeom>
          <a:ln w="0">
            <a:noFill/>
          </a:ln>
        </p:spPr>
      </p:pic>
      <p:cxnSp>
        <p:nvCxnSpPr>
          <p:cNvPr id="287" name="Straight Connector 8"/>
          <p:cNvCxnSpPr/>
          <p:nvPr/>
        </p:nvCxnSpPr>
        <p:spPr>
          <a:xfrm flipH="1">
            <a:off x="0" y="6811560"/>
            <a:ext cx="12192120" cy="360"/>
          </a:xfrm>
          <a:prstGeom prst="straightConnector1">
            <a:avLst/>
          </a:prstGeom>
          <a:ln w="101600">
            <a:solidFill>
              <a:srgbClr val="a7c947"/>
            </a:solidFill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5" r:id="rId3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laceHolder 1"/>
          <p:cNvSpPr>
            <a:spLocks noGrp="1"/>
          </p:cNvSpPr>
          <p:nvPr>
            <p:ph type="dt" idx="9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1" name="PlaceHolder 2"/>
          <p:cNvSpPr>
            <a:spLocks noGrp="1"/>
          </p:cNvSpPr>
          <p:nvPr>
            <p:ph type="ftr" idx="9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2" name="PlaceHolder 3"/>
          <p:cNvSpPr>
            <a:spLocks noGrp="1"/>
          </p:cNvSpPr>
          <p:nvPr>
            <p:ph type="sldNum" idx="9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B374E1A-F4A9-4CBC-8644-3B0B706694A3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3" name="PlaceHolder 4"/>
          <p:cNvSpPr>
            <a:spLocks noGrp="1"/>
          </p:cNvSpPr>
          <p:nvPr>
            <p:ph type="body"/>
          </p:nvPr>
        </p:nvSpPr>
        <p:spPr>
          <a:xfrm>
            <a:off x="838080" y="1620360"/>
            <a:ext cx="10515240" cy="4556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cxnSp>
        <p:nvCxnSpPr>
          <p:cNvPr id="294" name="Straight Connector 11"/>
          <p:cNvCxnSpPr/>
          <p:nvPr/>
        </p:nvCxnSpPr>
        <p:spPr>
          <a:xfrm>
            <a:off x="778680" y="1395360"/>
            <a:ext cx="10515960" cy="360"/>
          </a:xfrm>
          <a:prstGeom prst="straightConnector1">
            <a:avLst/>
          </a:prstGeom>
          <a:ln w="12700">
            <a:solidFill>
              <a:srgbClr val="a7c947"/>
            </a:solidFill>
          </a:ln>
        </p:spPr>
      </p:cxnSp>
      <p:pic>
        <p:nvPicPr>
          <p:cNvPr id="295" name="Picture 12" descr="A picture containing food&#10;&#10;Description automatically generated"/>
          <p:cNvPicPr/>
          <p:nvPr/>
        </p:nvPicPr>
        <p:blipFill>
          <a:blip r:embed="rId2"/>
          <a:stretch/>
        </p:blipFill>
        <p:spPr>
          <a:xfrm>
            <a:off x="8295840" y="486360"/>
            <a:ext cx="3057840" cy="767880"/>
          </a:xfrm>
          <a:prstGeom prst="rect">
            <a:avLst/>
          </a:prstGeom>
          <a:ln w="0">
            <a:noFill/>
          </a:ln>
        </p:spPr>
      </p:pic>
      <p:pic>
        <p:nvPicPr>
          <p:cNvPr id="296" name="Picture 13" descr="A close up of a logo&#10;&#10;Description automatically generated"/>
          <p:cNvPicPr/>
          <p:nvPr/>
        </p:nvPicPr>
        <p:blipFill>
          <a:blip r:embed="rId3"/>
          <a:stretch/>
        </p:blipFill>
        <p:spPr>
          <a:xfrm>
            <a:off x="778680" y="486360"/>
            <a:ext cx="3605040" cy="783000"/>
          </a:xfrm>
          <a:prstGeom prst="rect">
            <a:avLst/>
          </a:prstGeom>
          <a:ln w="0">
            <a:noFill/>
          </a:ln>
        </p:spPr>
      </p:pic>
      <p:cxnSp>
        <p:nvCxnSpPr>
          <p:cNvPr id="297" name="Straight Connector 14"/>
          <p:cNvCxnSpPr/>
          <p:nvPr/>
        </p:nvCxnSpPr>
        <p:spPr>
          <a:xfrm flipH="1">
            <a:off x="0" y="6811560"/>
            <a:ext cx="12192120" cy="360"/>
          </a:xfrm>
          <a:prstGeom prst="straightConnector1">
            <a:avLst/>
          </a:prstGeom>
          <a:ln w="101600">
            <a:solidFill>
              <a:srgbClr val="a7c947"/>
            </a:solidFill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7" r:id="rId4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dt" idx="10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 type="ftr" idx="10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 type="sldNum" idx="10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2C1C2F18-FBB2-483A-B57B-3C64E1CDA6F2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 type="title"/>
          </p:nvPr>
        </p:nvSpPr>
        <p:spPr>
          <a:xfrm>
            <a:off x="828360" y="1663560"/>
            <a:ext cx="10515240" cy="871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3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title style</a:t>
            </a:r>
            <a:endParaRPr b="0" lang="en-SE" sz="3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2" name="PlaceHolder 5"/>
          <p:cNvSpPr>
            <a:spLocks noGrp="1"/>
          </p:cNvSpPr>
          <p:nvPr>
            <p:ph type="body"/>
          </p:nvPr>
        </p:nvSpPr>
        <p:spPr>
          <a:xfrm>
            <a:off x="828360" y="2583000"/>
            <a:ext cx="10515240" cy="495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400" spc="-1" strike="noStrike">
                <a:solidFill>
                  <a:schemeClr val="accent6">
                    <a:lumMod val="50000"/>
                  </a:schemeClr>
                </a:solidFill>
                <a:latin typeface="Arial"/>
              </a:rPr>
              <a:t>Click to edit Master text styles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pic>
        <p:nvPicPr>
          <p:cNvPr id="303" name="Picture 15" descr="A close up of a logo&#10;&#10;Description automatically generated"/>
          <p:cNvPicPr/>
          <p:nvPr/>
        </p:nvPicPr>
        <p:blipFill>
          <a:blip r:embed="rId2"/>
          <a:stretch/>
        </p:blipFill>
        <p:spPr>
          <a:xfrm>
            <a:off x="778680" y="486360"/>
            <a:ext cx="3605040" cy="783000"/>
          </a:xfrm>
          <a:prstGeom prst="rect">
            <a:avLst/>
          </a:prstGeom>
          <a:ln w="0">
            <a:noFill/>
          </a:ln>
        </p:spPr>
      </p:pic>
      <p:cxnSp>
        <p:nvCxnSpPr>
          <p:cNvPr id="304" name="Straight Connector 16"/>
          <p:cNvCxnSpPr/>
          <p:nvPr/>
        </p:nvCxnSpPr>
        <p:spPr>
          <a:xfrm flipH="1">
            <a:off x="0" y="6811560"/>
            <a:ext cx="12192120" cy="360"/>
          </a:xfrm>
          <a:prstGeom prst="straightConnector1">
            <a:avLst/>
          </a:prstGeom>
          <a:ln w="101600">
            <a:solidFill>
              <a:srgbClr val="a7c947"/>
            </a:solidFill>
          </a:ln>
        </p:spPr>
      </p:cxnSp>
      <p:cxnSp>
        <p:nvCxnSpPr>
          <p:cNvPr id="305" name="Straight Connector 17"/>
          <p:cNvCxnSpPr/>
          <p:nvPr/>
        </p:nvCxnSpPr>
        <p:spPr>
          <a:xfrm>
            <a:off x="778680" y="1476360"/>
            <a:ext cx="10515960" cy="360"/>
          </a:xfrm>
          <a:prstGeom prst="straightConnector1">
            <a:avLst/>
          </a:prstGeom>
          <a:ln w="12700">
            <a:solidFill>
              <a:srgbClr val="a7c947"/>
            </a:solidFill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9" r:id="rId3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title style</a:t>
            </a:r>
            <a:endParaRPr b="0" lang="en-SE" sz="44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400" spc="-1" strike="noStrike">
                <a:solidFill>
                  <a:schemeClr val="accent6">
                    <a:lumMod val="50000"/>
                  </a:schemeClr>
                </a:solidFill>
                <a:latin typeface="Arial"/>
              </a:rPr>
              <a:t>Click to edit Master text styles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 type="dt" idx="10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09" name="PlaceHolder 4"/>
          <p:cNvSpPr>
            <a:spLocks noGrp="1"/>
          </p:cNvSpPr>
          <p:nvPr>
            <p:ph type="ftr" idx="10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0" name="PlaceHolder 5"/>
          <p:cNvSpPr>
            <a:spLocks noGrp="1"/>
          </p:cNvSpPr>
          <p:nvPr>
            <p:ph type="sldNum" idx="10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C5C2B3C-4D39-4BB0-8BEC-1AEADA44ED5F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11" name="Picture 7" descr="A close up of a logo&#10;&#10;Description automatically generated"/>
          <p:cNvPicPr/>
          <p:nvPr/>
        </p:nvPicPr>
        <p:blipFill>
          <a:blip r:embed="rId2"/>
          <a:stretch/>
        </p:blipFill>
        <p:spPr>
          <a:xfrm>
            <a:off x="778680" y="486360"/>
            <a:ext cx="3605040" cy="783000"/>
          </a:xfrm>
          <a:prstGeom prst="rect">
            <a:avLst/>
          </a:prstGeom>
          <a:ln w="0">
            <a:noFill/>
          </a:ln>
        </p:spPr>
      </p:pic>
      <p:cxnSp>
        <p:nvCxnSpPr>
          <p:cNvPr id="312" name="Straight Connector 9"/>
          <p:cNvCxnSpPr/>
          <p:nvPr/>
        </p:nvCxnSpPr>
        <p:spPr>
          <a:xfrm flipH="1">
            <a:off x="0" y="6811560"/>
            <a:ext cx="12192120" cy="360"/>
          </a:xfrm>
          <a:prstGeom prst="straightConnector1">
            <a:avLst/>
          </a:prstGeom>
          <a:ln w="101600">
            <a:solidFill>
              <a:srgbClr val="a7c947"/>
            </a:solidFill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1" r:id="rId3"/>
  </p:sldLayoutIdLst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6097680" y="1195200"/>
            <a:ext cx="5256000" cy="9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title style</a:t>
            </a:r>
            <a:endParaRPr b="0" lang="en-SE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5223600" cy="685764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the outline text format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Outline Level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Outline Level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Outline Level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Outline Level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Sixth Outline Level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Seventh Outline Level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body"/>
          </p:nvPr>
        </p:nvSpPr>
        <p:spPr>
          <a:xfrm>
            <a:off x="6097680" y="2226240"/>
            <a:ext cx="5256000" cy="377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2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316" name="PlaceHolder 4"/>
          <p:cNvSpPr>
            <a:spLocks noGrp="1"/>
          </p:cNvSpPr>
          <p:nvPr>
            <p:ph type="dt" idx="10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7" name="PlaceHolder 5"/>
          <p:cNvSpPr>
            <a:spLocks noGrp="1"/>
          </p:cNvSpPr>
          <p:nvPr>
            <p:ph type="ftr" idx="10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18" name="PlaceHolder 6"/>
          <p:cNvSpPr>
            <a:spLocks noGrp="1"/>
          </p:cNvSpPr>
          <p:nvPr>
            <p:ph type="sldNum" idx="10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4E5314E-7619-4FE7-BFA7-73D8347EE5DA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19" name="Picture 15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723" r:id="rId3"/>
  </p:sldLayoutIdLst>
</p:sldMaster>
</file>

<file path=ppt/slideMasters/slideMaster3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PlaceHolder 1"/>
          <p:cNvSpPr>
            <a:spLocks noGrp="1"/>
          </p:cNvSpPr>
          <p:nvPr>
            <p:ph type="title"/>
          </p:nvPr>
        </p:nvSpPr>
        <p:spPr>
          <a:xfrm>
            <a:off x="6097680" y="1195200"/>
            <a:ext cx="5256000" cy="916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title style</a:t>
            </a:r>
            <a:endParaRPr b="0" lang="en-SE" sz="32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21" name="PlaceHolder 2"/>
          <p:cNvSpPr>
            <a:spLocks noGrp="1"/>
          </p:cNvSpPr>
          <p:nvPr>
            <p:ph type="body"/>
          </p:nvPr>
        </p:nvSpPr>
        <p:spPr>
          <a:xfrm>
            <a:off x="6097680" y="2226240"/>
            <a:ext cx="5256000" cy="377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rmAutofit/>
          </a:bodyPr>
          <a:p>
            <a:pPr marL="285840" indent="-28584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2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322" name="PlaceHolder 3"/>
          <p:cNvSpPr>
            <a:spLocks noGrp="1"/>
          </p:cNvSpPr>
          <p:nvPr>
            <p:ph type="dt" idx="10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3" name="PlaceHolder 4"/>
          <p:cNvSpPr>
            <a:spLocks noGrp="1"/>
          </p:cNvSpPr>
          <p:nvPr>
            <p:ph type="ftr" idx="11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4" name="PlaceHolder 5"/>
          <p:cNvSpPr>
            <a:spLocks noGrp="1"/>
          </p:cNvSpPr>
          <p:nvPr>
            <p:ph type="sldNum" idx="11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25B0961-3120-48AE-87C6-F84D778C71F7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pic>
        <p:nvPicPr>
          <p:cNvPr id="325" name="Picture 15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sp>
        <p:nvSpPr>
          <p:cNvPr id="326" name="Rectangle 8"/>
          <p:cNvSpPr/>
          <p:nvPr/>
        </p:nvSpPr>
        <p:spPr>
          <a:xfrm>
            <a:off x="0" y="0"/>
            <a:ext cx="5256000" cy="685764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SE" sz="1800" spc="-1" strike="noStrike">
              <a:solidFill>
                <a:schemeClr val="lt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5" r:id="rId3"/>
  </p:sldLayoutIdLst>
</p:sldMaster>
</file>

<file path=ppt/slideMasters/slideMaster4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PlaceHolder 1"/>
          <p:cNvSpPr>
            <a:spLocks noGrp="1"/>
          </p:cNvSpPr>
          <p:nvPr>
            <p:ph type="body"/>
          </p:nvPr>
        </p:nvSpPr>
        <p:spPr>
          <a:xfrm>
            <a:off x="838080" y="1590120"/>
            <a:ext cx="3803040" cy="458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level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328" name="PlaceHolder 2"/>
          <p:cNvSpPr>
            <a:spLocks noGrp="1"/>
          </p:cNvSpPr>
          <p:nvPr>
            <p:ph type="dt" idx="11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PlaceHolder 3"/>
          <p:cNvSpPr>
            <a:spLocks noGrp="1"/>
          </p:cNvSpPr>
          <p:nvPr>
            <p:ph type="ftr" idx="11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PlaceHolder 4"/>
          <p:cNvSpPr>
            <a:spLocks noGrp="1"/>
          </p:cNvSpPr>
          <p:nvPr>
            <p:ph type="sldNum" idx="11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3E40C5-B1BF-4A8C-93DA-6CC16B6D3717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PlaceHolder 5"/>
          <p:cNvSpPr>
            <a:spLocks noGrp="1"/>
          </p:cNvSpPr>
          <p:nvPr>
            <p:ph type="body"/>
          </p:nvPr>
        </p:nvSpPr>
        <p:spPr>
          <a:xfrm>
            <a:off x="4849920" y="1590120"/>
            <a:ext cx="6503760" cy="458640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the outline text format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Outline Level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Outline Level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Outline Level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Outline Level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Sixth Outline Level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Seventh Outline Level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332" name="PlaceHolder 6"/>
          <p:cNvSpPr>
            <a:spLocks noGrp="1"/>
          </p:cNvSpPr>
          <p:nvPr>
            <p:ph type="title"/>
          </p:nvPr>
        </p:nvSpPr>
        <p:spPr>
          <a:xfrm>
            <a:off x="838080" y="365040"/>
            <a:ext cx="953784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title style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  <p:cxnSp>
        <p:nvCxnSpPr>
          <p:cNvPr id="333" name="Straight Connector 18"/>
          <p:cNvCxnSpPr/>
          <p:nvPr/>
        </p:nvCxnSpPr>
        <p:spPr>
          <a:xfrm>
            <a:off x="828000" y="1221480"/>
            <a:ext cx="10515960" cy="360"/>
          </a:xfrm>
          <a:prstGeom prst="straightConnector1">
            <a:avLst/>
          </a:prstGeom>
          <a:ln w="12700">
            <a:solidFill>
              <a:srgbClr val="a7c947"/>
            </a:solidFill>
          </a:ln>
        </p:spPr>
      </p:cxnSp>
      <p:pic>
        <p:nvPicPr>
          <p:cNvPr id="334" name="Picture 19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3"/>
  </p:sldLayoutIdLst>
</p:sldMaster>
</file>

<file path=ppt/slideMasters/slideMaster4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body"/>
          </p:nvPr>
        </p:nvSpPr>
        <p:spPr>
          <a:xfrm>
            <a:off x="838080" y="1590120"/>
            <a:ext cx="3803040" cy="4586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GB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 type="dt" idx="11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ftr" idx="11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8" name="PlaceHolder 4"/>
          <p:cNvSpPr>
            <a:spLocks noGrp="1"/>
          </p:cNvSpPr>
          <p:nvPr>
            <p:ph type="sldNum" idx="11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4084917-A59C-4409-A82B-D14D1F350B6A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9" name="PlaceHolder 5"/>
          <p:cNvSpPr>
            <a:spLocks noGrp="1"/>
          </p:cNvSpPr>
          <p:nvPr>
            <p:ph type="body"/>
          </p:nvPr>
        </p:nvSpPr>
        <p:spPr>
          <a:xfrm>
            <a:off x="4849920" y="1590120"/>
            <a:ext cx="6503760" cy="4586400"/>
          </a:xfrm>
          <a:prstGeom prst="rect">
            <a:avLst/>
          </a:prstGeom>
          <a:solidFill>
            <a:schemeClr val="accent6"/>
          </a:solidFill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the outline text format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Outline Level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Outline Level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Outline Level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Outline Level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Sixth Outline Level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32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Seventh Outline Level</a:t>
            </a:r>
            <a:endParaRPr b="0" lang="en-SE" sz="32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340" name="PlaceHolder 6"/>
          <p:cNvSpPr>
            <a:spLocks noGrp="1"/>
          </p:cNvSpPr>
          <p:nvPr>
            <p:ph type="title"/>
          </p:nvPr>
        </p:nvSpPr>
        <p:spPr>
          <a:xfrm>
            <a:off x="838080" y="365040"/>
            <a:ext cx="953784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title style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  <p:cxnSp>
        <p:nvCxnSpPr>
          <p:cNvPr id="341" name="Straight Connector 18"/>
          <p:cNvCxnSpPr/>
          <p:nvPr/>
        </p:nvCxnSpPr>
        <p:spPr>
          <a:xfrm>
            <a:off x="828000" y="1221480"/>
            <a:ext cx="10515960" cy="360"/>
          </a:xfrm>
          <a:prstGeom prst="straightConnector1">
            <a:avLst/>
          </a:prstGeom>
          <a:ln w="12700">
            <a:solidFill>
              <a:srgbClr val="a7c947"/>
            </a:solidFill>
          </a:ln>
        </p:spPr>
      </p:cxnSp>
      <p:pic>
        <p:nvPicPr>
          <p:cNvPr id="342" name="Picture 19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729" r:id="rId3"/>
  </p:sldLayoutIdLst>
</p:sldMaster>
</file>

<file path=ppt/slideMasters/slideMaster4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PlaceHolder 1"/>
          <p:cNvSpPr>
            <a:spLocks noGrp="1"/>
          </p:cNvSpPr>
          <p:nvPr>
            <p:ph type="body"/>
          </p:nvPr>
        </p:nvSpPr>
        <p:spPr>
          <a:xfrm>
            <a:off x="838080" y="1486800"/>
            <a:ext cx="10515240" cy="468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text styles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Second level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Third level</a:t>
            </a:r>
            <a:endParaRPr b="0" lang="en-SE" sz="20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Fourth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1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Fifth level</a:t>
            </a:r>
            <a:endParaRPr b="0" lang="en-SE" sz="1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344" name="PlaceHolder 2"/>
          <p:cNvSpPr>
            <a:spLocks noGrp="1"/>
          </p:cNvSpPr>
          <p:nvPr>
            <p:ph type="dt" idx="11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def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</a:pPr>
            <a:r>
              <a:rPr b="0" lang="sv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&lt;date/time&gt;</a:t>
            </a:r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5" name="PlaceHolder 3"/>
          <p:cNvSpPr>
            <a:spLocks noGrp="1"/>
          </p:cNvSpPr>
          <p:nvPr>
            <p:ph type="ftr" idx="11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6" name="PlaceHolder 4"/>
          <p:cNvSpPr>
            <a:spLocks noGrp="1"/>
          </p:cNvSpPr>
          <p:nvPr>
            <p:ph type="sldNum" idx="12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004EC5E-0B02-4E6A-A0FD-6C2050E4AAF1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47" name="PlaceHolder 5"/>
          <p:cNvSpPr>
            <a:spLocks noGrp="1"/>
          </p:cNvSpPr>
          <p:nvPr>
            <p:ph type="title"/>
          </p:nvPr>
        </p:nvSpPr>
        <p:spPr>
          <a:xfrm>
            <a:off x="838080" y="365040"/>
            <a:ext cx="953784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Click to edit Master title style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348" name="Picture 24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7320" cy="829800"/>
          </a:xfrm>
          <a:prstGeom prst="rect">
            <a:avLst/>
          </a:prstGeom>
          <a:ln w="0">
            <a:noFill/>
          </a:ln>
        </p:spPr>
      </p:pic>
      <p:cxnSp>
        <p:nvCxnSpPr>
          <p:cNvPr id="349" name="Straight Connector 25"/>
          <p:cNvCxnSpPr/>
          <p:nvPr/>
        </p:nvCxnSpPr>
        <p:spPr>
          <a:xfrm>
            <a:off x="828000" y="1221480"/>
            <a:ext cx="10515960" cy="360"/>
          </a:xfrm>
          <a:prstGeom prst="straightConnector1">
            <a:avLst/>
          </a:prstGeom>
          <a:ln w="12700">
            <a:solidFill>
              <a:srgbClr val="a7c947"/>
            </a:solidFill>
          </a:ln>
        </p:spPr>
      </p:cxn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31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2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2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https://www.bioinformatics.babraham.ac.uk/projects/fastqc/" TargetMode="External"/><Relationship Id="rId2" Type="http://schemas.openxmlformats.org/officeDocument/2006/relationships/hyperlink" Target="https://www.bioinformatics.babraham.ac.uk/projects/fastqc/Help/3%20Analysis%20Modules/2%20Per%20Base%20Sequence%20Quality.html" TargetMode="External"/><Relationship Id="rId3" Type="http://schemas.openxmlformats.org/officeDocument/2006/relationships/hyperlink" Target="https://seqera.io/multiqc/" TargetMode="External"/><Relationship Id="rId4" Type="http://schemas.openxmlformats.org/officeDocument/2006/relationships/hyperlink" Target="https://seqera.io/examples/ngi-rna/test_ngi_project_multiqc_report.html" TargetMode="External"/><Relationship Id="rId5" Type="http://schemas.openxmlformats.org/officeDocument/2006/relationships/slideLayout" Target="../slideLayouts/slideLayout2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title"/>
          </p:nvPr>
        </p:nvSpPr>
        <p:spPr>
          <a:xfrm>
            <a:off x="594000" y="1188720"/>
            <a:ext cx="11003400" cy="22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6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Quality Control of NGS data</a:t>
            </a:r>
            <a:endParaRPr b="0" lang="en-SE" sz="6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57" name="PlaceHolder 1"/>
          <p:cNvSpPr>
            <a:spLocks noGrp="1"/>
          </p:cNvSpPr>
          <p:nvPr>
            <p:ph/>
          </p:nvPr>
        </p:nvSpPr>
        <p:spPr>
          <a:xfrm>
            <a:off x="838080" y="1486800"/>
            <a:ext cx="10515240" cy="4689720"/>
          </a:xfrm>
          <a:prstGeom prst="rect">
            <a:avLst/>
          </a:prstGeom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endParaRPr b="0" lang="en-SE" sz="19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GB" sz="1900" spc="-1" strike="noStrike">
                <a:solidFill>
                  <a:srgbClr val="ff0000"/>
                </a:solidFill>
                <a:latin typeface="Courier New"/>
              </a:rPr>
              <a:t>@HWUSI-EAS100R:6:73:941:1973#0/1</a:t>
            </a:r>
            <a:endParaRPr b="0" lang="en-SE" sz="19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GB" sz="1900" spc="-1" strike="noStrike">
                <a:solidFill>
                  <a:srgbClr val="ff0000"/>
                </a:solidFill>
                <a:latin typeface="Courier New"/>
              </a:rPr>
              <a:t>GATTTGGGGTTCAAAGCAGTATCGATCAAATAGTAAATCCATTTGTTCAACTCACAGTTT</a:t>
            </a:r>
            <a:endParaRPr b="0" lang="en-SE" sz="19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GB" sz="1900" spc="-1" strike="noStrike">
                <a:solidFill>
                  <a:srgbClr val="ff0000"/>
                </a:solidFill>
                <a:latin typeface="Courier New"/>
              </a:rPr>
              <a:t>+</a:t>
            </a:r>
            <a:endParaRPr b="0" lang="en-SE" sz="19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GB" sz="1900" spc="-1" strike="noStrike">
                <a:solidFill>
                  <a:srgbClr val="ff0000"/>
                </a:solidFill>
                <a:latin typeface="Courier New"/>
              </a:rPr>
              <a:t>!''*((((***+))%%%++)(%%%%).1***-+*''))**55CCF&gt;&gt;&gt;&gt;&gt;&gt;CCCCCCC65</a:t>
            </a:r>
            <a:endParaRPr b="0" lang="en-SE" sz="19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Aft>
                <a:spcPts val="544"/>
              </a:spcAft>
              <a:buNone/>
              <a:tabLst>
                <a:tab algn="l" pos="0"/>
              </a:tabLst>
            </a:pPr>
            <a:endParaRPr b="0" lang="en-SE" sz="19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Aft>
                <a:spcPts val="544"/>
              </a:spcAft>
              <a:buNone/>
              <a:tabLst>
                <a:tab algn="l" pos="0"/>
              </a:tabLst>
            </a:pPr>
            <a:r>
              <a:rPr b="0" lang="en-GB" sz="19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Line 1: An “@” followed by a sequence identifier (machine ID, x-y coordinates, ...)</a:t>
            </a:r>
            <a:endParaRPr b="0" lang="en-SE" sz="19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Aft>
                <a:spcPts val="544"/>
              </a:spcAft>
              <a:buNone/>
              <a:tabLst>
                <a:tab algn="l" pos="0"/>
              </a:tabLst>
            </a:pPr>
            <a:r>
              <a:rPr b="0" lang="en-GB" sz="19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Line 2: The nucleotide sequence</a:t>
            </a:r>
            <a:endParaRPr b="0" lang="en-SE" sz="19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Aft>
                <a:spcPts val="544"/>
              </a:spcAft>
              <a:buNone/>
              <a:tabLst>
                <a:tab algn="l" pos="0"/>
              </a:tabLst>
            </a:pPr>
            <a:r>
              <a:rPr b="0" lang="en-GB" sz="19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Line 3: A “+” optionally followed by the sequence identifier again</a:t>
            </a:r>
            <a:endParaRPr b="0" lang="en-SE" sz="19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Aft>
                <a:spcPts val="544"/>
              </a:spcAft>
              <a:buNone/>
              <a:tabLst>
                <a:tab algn="l" pos="0"/>
              </a:tabLst>
            </a:pPr>
            <a:r>
              <a:rPr b="0" lang="en-GB" sz="19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Line 4: Encoded quality scores, one for each base in the read</a:t>
            </a:r>
            <a:endParaRPr b="0" lang="en-SE" sz="19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Aft>
                <a:spcPts val="544"/>
              </a:spcAft>
              <a:buNone/>
              <a:tabLst>
                <a:tab algn="l" pos="0"/>
              </a:tabLst>
            </a:pPr>
            <a:endParaRPr b="0" lang="en-SE" sz="19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marL="216000" indent="-216000" defTabSz="914400">
              <a:lnSpc>
                <a:spcPct val="90000"/>
              </a:lnSpc>
              <a:spcAft>
                <a:spcPts val="54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GB" sz="19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Bad nucleotides are sometimes written as N (“unknown”, “any”)</a:t>
            </a:r>
            <a:endParaRPr b="0" lang="en-SE" sz="19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marL="216000" indent="-216000" defTabSz="914400">
              <a:lnSpc>
                <a:spcPct val="90000"/>
              </a:lnSpc>
              <a:spcAft>
                <a:spcPts val="54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GB" sz="19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Character “!” is quality zero</a:t>
            </a:r>
            <a:endParaRPr b="0" lang="en-SE" sz="19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marL="216000" indent="-216000" defTabSz="914400">
              <a:lnSpc>
                <a:spcPct val="90000"/>
              </a:lnSpc>
              <a:spcAft>
                <a:spcPts val="54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GB" sz="19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If you see an uppercase character, the quality is ok</a:t>
            </a:r>
            <a:endParaRPr b="0" lang="en-SE" sz="19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80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FASTQ files</a:t>
            </a:r>
            <a:endParaRPr b="0" lang="en-SE" sz="4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80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Phred quality scores</a:t>
            </a:r>
            <a:endParaRPr b="0" lang="en-SE" sz="44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360" name="Picture 2" descr=""/>
          <p:cNvPicPr/>
          <p:nvPr/>
        </p:nvPicPr>
        <p:blipFill>
          <a:blip r:embed="rId1"/>
          <a:stretch/>
        </p:blipFill>
        <p:spPr>
          <a:xfrm>
            <a:off x="2552400" y="1525680"/>
            <a:ext cx="7266960" cy="5064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PlaceHolder 1"/>
          <p:cNvSpPr>
            <a:spLocks noGrp="1"/>
          </p:cNvSpPr>
          <p:nvPr>
            <p:ph/>
          </p:nvPr>
        </p:nvSpPr>
        <p:spPr>
          <a:xfrm>
            <a:off x="1757520" y="2577960"/>
            <a:ext cx="10515240" cy="468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Bad qualities:</a:t>
            </a:r>
            <a:r>
              <a:rPr b="0" lang="en-US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	</a:t>
            </a:r>
            <a:r>
              <a:rPr b="0" lang="en-US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	</a:t>
            </a:r>
            <a:r>
              <a:rPr b="0" lang="en-US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       Good qualities: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362" name="PlaceHolder 2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80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FastQC</a:t>
            </a:r>
            <a:endParaRPr b="0" lang="en-SE" sz="44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363" name="Bildobjekt 5" descr=""/>
          <p:cNvPicPr/>
          <p:nvPr/>
        </p:nvPicPr>
        <p:blipFill>
          <a:blip r:embed="rId1"/>
          <a:srcRect l="0" t="0" r="0" b="82165"/>
          <a:stretch/>
        </p:blipFill>
        <p:spPr>
          <a:xfrm>
            <a:off x="1757520" y="1496520"/>
            <a:ext cx="8658000" cy="1045440"/>
          </a:xfrm>
          <a:prstGeom prst="rect">
            <a:avLst/>
          </a:prstGeom>
          <a:ln w="0">
            <a:noFill/>
          </a:ln>
        </p:spPr>
      </p:pic>
      <p:pic>
        <p:nvPicPr>
          <p:cNvPr id="364" name="Picture 3" descr="fastqc5.png"/>
          <p:cNvPicPr/>
          <p:nvPr/>
        </p:nvPicPr>
        <p:blipFill>
          <a:blip r:embed="rId2"/>
          <a:stretch/>
        </p:blipFill>
        <p:spPr>
          <a:xfrm>
            <a:off x="1775880" y="3256200"/>
            <a:ext cx="4252320" cy="318924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365" name="Picture 4" descr="fastqc1.png"/>
          <p:cNvPicPr/>
          <p:nvPr/>
        </p:nvPicPr>
        <p:blipFill>
          <a:blip r:embed="rId3"/>
          <a:stretch/>
        </p:blipFill>
        <p:spPr>
          <a:xfrm>
            <a:off x="6158520" y="3255120"/>
            <a:ext cx="4257360" cy="3192840"/>
          </a:xfrm>
          <a:prstGeom prst="rect">
            <a:avLst/>
          </a:prstGeom>
          <a:ln w="0">
            <a:solidFill>
              <a:srgbClr val="000000"/>
            </a:solidFill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PlaceHolder 1"/>
          <p:cNvSpPr>
            <a:spLocks noGrp="1"/>
          </p:cNvSpPr>
          <p:nvPr>
            <p:ph/>
          </p:nvPr>
        </p:nvSpPr>
        <p:spPr>
          <a:xfrm>
            <a:off x="914760" y="1371600"/>
            <a:ext cx="10515240" cy="468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  <a:ea typeface="Noto Sans CJK SC"/>
              </a:rPr>
              <a:t>Low-quality read ends may introduce spurious variant calls or other problems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marL="432000" indent="-324000">
              <a:lnSpc>
                <a:spcPct val="15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  <a:ea typeface="Noto Sans CJK SC"/>
              </a:rPr>
              <a:t>A tool to trim these is Cutadapt. For 3' trimming, run:</a:t>
            </a:r>
            <a:br>
              <a:rPr sz="2800"/>
            </a:br>
            <a:r>
              <a:rPr b="0" lang="en-SE" sz="2400" spc="-1" strike="noStrike">
                <a:solidFill>
                  <a:schemeClr val="lt2">
                    <a:lumMod val="10000"/>
                  </a:schemeClr>
                </a:solidFill>
                <a:latin typeface="Courier Std"/>
                <a:ea typeface="Noto Sans CJK SC"/>
              </a:rPr>
              <a:t>cutadapt -q 20 -o output.fastq.gz input.fastq.gz</a:t>
            </a:r>
            <a:endParaRPr b="0" lang="en-SE" sz="24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marL="432000" indent="-324000">
              <a:lnSpc>
                <a:spcPct val="15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  <a:ea typeface="Noto Sans CJK SC"/>
              </a:rPr>
              <a:t>Removes ends with quality less than 20 (you choose)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marL="432000" indent="-324000">
              <a:lnSpc>
                <a:spcPct val="15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  <a:ea typeface="Noto Sans CJK SC"/>
              </a:rPr>
              <a:t>Often not needed because read aligners should handle it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  <a:ea typeface="Noto Sans CJK SC"/>
              </a:rPr>
              <a:t>(Cutadapt can also remove adapters and primers)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marL="432000" indent="0">
              <a:lnSpc>
                <a:spcPct val="150000"/>
              </a:lnSpc>
              <a:spcBef>
                <a:spcPts val="1417"/>
              </a:spcBef>
              <a:buNone/>
            </a:pP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367" name="PlaceHolder 2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80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Quality trimming</a:t>
            </a:r>
            <a:endParaRPr b="0" lang="en-SE" sz="44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/>
          </p:nvPr>
        </p:nvSpPr>
        <p:spPr>
          <a:xfrm>
            <a:off x="914760" y="1371600"/>
            <a:ext cx="10515240" cy="468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  <a:ea typeface="Noto Sans CJK SC"/>
              </a:rPr>
              <a:t>Gathers output from other bioinformatics tools and generates a single report for all samples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Example NGI report: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369" name="PlaceHolder 2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80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1" lang="en-GB" sz="4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MultiQC</a:t>
            </a:r>
            <a:endParaRPr b="0" lang="en-SE" sz="4400" spc="-1" strike="noStrike">
              <a:solidFill>
                <a:schemeClr val="dk1"/>
              </a:solidFill>
              <a:latin typeface="Calibri"/>
            </a:endParaRPr>
          </a:p>
        </p:txBody>
      </p:sp>
      <p:pic>
        <p:nvPicPr>
          <p:cNvPr id="370" name="" descr=""/>
          <p:cNvPicPr/>
          <p:nvPr/>
        </p:nvPicPr>
        <p:blipFill>
          <a:blip r:embed="rId1"/>
          <a:stretch/>
        </p:blipFill>
        <p:spPr>
          <a:xfrm>
            <a:off x="0" y="2945160"/>
            <a:ext cx="12191760" cy="39128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/>
          </p:nvPr>
        </p:nvSpPr>
        <p:spPr>
          <a:xfrm>
            <a:off x="838080" y="1486800"/>
            <a:ext cx="10515240" cy="468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Different NGS application have their own problem areas and require their own QC strategy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Today: Focus on QC for whole genome sequencing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For variant calling, it is important to look at quality score distribution, sequence length distribution and duplication levels. 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Thursday: More details on QC for RNA-seq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372" name="PlaceHolder 2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80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en-GB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What is QC?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/>
          </p:nvPr>
        </p:nvSpPr>
        <p:spPr>
          <a:xfrm>
            <a:off x="838080" y="1486800"/>
            <a:ext cx="10515240" cy="4689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lt2">
                    <a:lumMod val="10000"/>
                  </a:schemeClr>
                </a:solidFill>
                <a:latin typeface="Arial"/>
                <a:hlinkClick r:id="rId1"/>
              </a:rPr>
              <a:t>FastQC homepage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lt2">
                    <a:lumMod val="10000"/>
                  </a:schemeClr>
                </a:solidFill>
                <a:latin typeface="Arial"/>
                <a:hlinkClick r:id="rId2"/>
              </a:rPr>
              <a:t>Explanation of FastQC’s sequence quality plot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lt2">
                    <a:lumMod val="10000"/>
                  </a:schemeClr>
                </a:solidFill>
                <a:latin typeface="Arial"/>
                <a:hlinkClick r:id="rId3"/>
              </a:rPr>
              <a:t>MultiQC homepage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lt2">
                    <a:lumMod val="10000"/>
                  </a:schemeClr>
                </a:solidFill>
                <a:latin typeface="Arial"/>
                <a:hlinkClick r:id="rId4"/>
              </a:rPr>
              <a:t>MultiQC example report</a:t>
            </a: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</a:pPr>
            <a:endParaRPr b="0" lang="en-SE" sz="2800" spc="-1" strike="noStrike">
              <a:solidFill>
                <a:schemeClr val="lt2">
                  <a:lumMod val="10000"/>
                </a:schemeClr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800" cy="829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1" lang="en-GB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Links</a:t>
            </a:r>
            <a:endParaRPr b="0" lang="en-SE" sz="4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9" dur="indefinite" restart="never" nodeType="tmRoot">
          <p:childTnLst>
            <p:seq>
              <p:cTn id="20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9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0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1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2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SciLifeLab PPT_light</Template>
  <TotalTime>4372</TotalTime>
  <Application>LibreOffice/24.2.7.2$Linux_X86_64 LibreOffice_project/420$Build-2</Application>
  <AppVersion>15.0000</AppVersion>
  <Words>156</Words>
  <Paragraphs>28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2022-03-24T07:58:12Z</dcterms:created>
  <dc:creator>Malin Larsson</dc:creator>
  <dc:description/>
  <dc:language>en-US</dc:language>
  <cp:lastModifiedBy>Marcel Martin</cp:lastModifiedBy>
  <dcterms:modified xsi:type="dcterms:W3CDTF">2025-11-17T13:07:15Z</dcterms:modified>
  <cp:revision>9</cp:revision>
  <dc:subject/>
  <dc:title>Quality Control of NGS data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</vt:i4>
  </property>
  <property fmtid="{D5CDD505-2E9C-101B-9397-08002B2CF9AE}" pid="3" name="PresentationFormat">
    <vt:lpwstr>Widescreen</vt:lpwstr>
  </property>
  <property fmtid="{D5CDD505-2E9C-101B-9397-08002B2CF9AE}" pid="4" name="Slides">
    <vt:i4>7</vt:i4>
  </property>
</Properties>
</file>